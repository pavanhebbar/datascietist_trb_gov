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Helvetica Neue"/>
      <p:regular r:id="rId23"/>
      <p:bold r:id="rId24"/>
      <p:italic r:id="rId25"/>
      <p:boldItalic r:id="rId26"/>
    </p:embeddedFont>
    <p:embeddedFont>
      <p:font typeface="Arial Black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DE5F09-A7B3-4FE7-AA25-90CFF4439BC1}">
  <a:tblStyle styleId="{A4DE5F09-A7B3-4FE7-AA25-90CFF4439BC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HelveticaNeue-bold.fntdata"/><Relationship Id="rId23" Type="http://schemas.openxmlformats.org/officeDocument/2006/relationships/font" Target="fonts/HelveticaNeue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boldItalic.fntdata"/><Relationship Id="rId25" Type="http://schemas.openxmlformats.org/officeDocument/2006/relationships/font" Target="fonts/HelveticaNeue-italic.fntdata"/><Relationship Id="rId27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c83f802f1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2c83f802f1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b10634314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eb10634314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b10634314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eb10634314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b10634314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eb10634314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b10634314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eb10634314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b10634314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eb10634314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b10634314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eb10634314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b10634314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eb10634314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b10634314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eb10634314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b10634314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eb10634314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f0081711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af0081711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af0081711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b10634314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eb10634314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b10634314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eb10634314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9" name="Google Shape;28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619e218cfd_0_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2619e218cfd_0_2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g2619e218cfd_0_2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eb10634314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3" name="Google Shape;303;g3eb10634314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Image" showMasterSp="0">
  <p:cSld name="Title Slide with Imag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/>
          <p:nvPr/>
        </p:nvSpPr>
        <p:spPr>
          <a:xfrm>
            <a:off x="8266176" y="4754879"/>
            <a:ext cx="2450592" cy="1664327"/>
          </a:xfrm>
          <a:prstGeom prst="ellipse">
            <a:avLst/>
          </a:prstGeom>
          <a:noFill/>
          <a:ln>
            <a:noFill/>
          </a:ln>
        </p:spPr>
        <p:txBody>
          <a:bodyPr anchorCtr="0" anchor="t" bIns="0" lIns="72000" spcFirstLastPara="1" rIns="180000" wrap="square" tIns="180000">
            <a:noAutofit/>
          </a:bodyPr>
          <a:lstStyle/>
          <a:p>
            <a:pPr indent="0" lvl="0" marL="0" marR="0" rtl="0" algn="r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0" i="0" sz="45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11832336" y="1097280"/>
            <a:ext cx="144000" cy="532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180000" wrap="square" tIns="180000">
            <a:noAutofit/>
          </a:bodyPr>
          <a:lstStyle/>
          <a:p>
            <a:pPr indent="0" lvl="0" marL="0" marR="0" rtl="0" algn="r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0" i="0" sz="45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0" y="6714000"/>
            <a:ext cx="12192000" cy="144000"/>
          </a:xfrm>
          <a:prstGeom prst="rect">
            <a:avLst/>
          </a:prstGeom>
          <a:gradFill>
            <a:gsLst>
              <a:gs pos="0">
                <a:srgbClr val="004EC3"/>
              </a:gs>
              <a:gs pos="21000">
                <a:srgbClr val="3F3F3F"/>
              </a:gs>
              <a:gs pos="100000">
                <a:srgbClr val="3F3F3F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0" y="0"/>
            <a:ext cx="12192000" cy="144000"/>
          </a:xfrm>
          <a:prstGeom prst="rect">
            <a:avLst/>
          </a:prstGeom>
          <a:gradFill>
            <a:gsLst>
              <a:gs pos="0">
                <a:srgbClr val="004EC3"/>
              </a:gs>
              <a:gs pos="72000">
                <a:srgbClr val="3F3F3F"/>
              </a:gs>
              <a:gs pos="100000">
                <a:srgbClr val="3F3F3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0" y="92074"/>
            <a:ext cx="144000" cy="6629401"/>
          </a:xfrm>
          <a:prstGeom prst="rect">
            <a:avLst/>
          </a:prstGeom>
          <a:gradFill>
            <a:gsLst>
              <a:gs pos="0">
                <a:srgbClr val="004EC3"/>
              </a:gs>
              <a:gs pos="72000">
                <a:srgbClr val="3F3F3F"/>
              </a:gs>
              <a:gs pos="100000">
                <a:srgbClr val="3F3F3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12048000" y="92074"/>
            <a:ext cx="144000" cy="6629401"/>
          </a:xfrm>
          <a:prstGeom prst="rect">
            <a:avLst/>
          </a:prstGeom>
          <a:gradFill>
            <a:gsLst>
              <a:gs pos="0">
                <a:srgbClr val="004EC3"/>
              </a:gs>
              <a:gs pos="72000">
                <a:srgbClr val="3F3F3F"/>
              </a:gs>
              <a:gs pos="100000">
                <a:srgbClr val="3F3F3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36000" y="36000"/>
                </a:moveTo>
                <a:lnTo>
                  <a:pt x="36000" y="6822000"/>
                </a:lnTo>
                <a:lnTo>
                  <a:pt x="12156000" y="6822000"/>
                </a:lnTo>
                <a:lnTo>
                  <a:pt x="12156000" y="36000"/>
                </a:lnTo>
                <a:close/>
                <a:moveTo>
                  <a:pt x="0" y="0"/>
                </a:moveTo>
                <a:lnTo>
                  <a:pt x="36000" y="0"/>
                </a:lnTo>
                <a:lnTo>
                  <a:pt x="12156000" y="0"/>
                </a:lnTo>
                <a:lnTo>
                  <a:pt x="12192000" y="0"/>
                </a:lnTo>
                <a:lnTo>
                  <a:pt x="12192000" y="36000"/>
                </a:lnTo>
                <a:lnTo>
                  <a:pt x="12192000" y="6822000"/>
                </a:lnTo>
                <a:lnTo>
                  <a:pt x="12192000" y="6858000"/>
                </a:lnTo>
                <a:lnTo>
                  <a:pt x="12156000" y="6858000"/>
                </a:lnTo>
                <a:lnTo>
                  <a:pt x="36000" y="6858000"/>
                </a:lnTo>
                <a:lnTo>
                  <a:pt x="0" y="6858000"/>
                </a:lnTo>
                <a:lnTo>
                  <a:pt x="0" y="6822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>
            <p:ph idx="2" type="pic"/>
          </p:nvPr>
        </p:nvSpPr>
        <p:spPr>
          <a:xfrm>
            <a:off x="144000" y="144000"/>
            <a:ext cx="11905200" cy="6570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8" name="Google Shape;28;p2"/>
          <p:cNvSpPr txBox="1"/>
          <p:nvPr>
            <p:ph type="ctrTitle"/>
          </p:nvPr>
        </p:nvSpPr>
        <p:spPr>
          <a:xfrm>
            <a:off x="251664" y="900583"/>
            <a:ext cx="11724336" cy="2706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72000" spcFirstLastPara="1" rIns="18000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8000"/>
              <a:buFont typeface="Arial Black"/>
              <a:buNone/>
              <a:defRPr sz="8000">
                <a:solidFill>
                  <a:srgbClr val="FFFF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"/>
          <p:cNvSpPr txBox="1"/>
          <p:nvPr>
            <p:ph idx="1" type="subTitle"/>
          </p:nvPr>
        </p:nvSpPr>
        <p:spPr>
          <a:xfrm>
            <a:off x="1277400" y="3750772"/>
            <a:ext cx="9457200" cy="2206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0000" wrap="square" tIns="144000">
            <a:no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/>
          <p:nvPr>
            <p:ph idx="11" type="ftr"/>
          </p:nvPr>
        </p:nvSpPr>
        <p:spPr>
          <a:xfrm>
            <a:off x="668550" y="63223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3"/>
          <p:cNvSpPr txBox="1"/>
          <p:nvPr>
            <p:ph type="title"/>
          </p:nvPr>
        </p:nvSpPr>
        <p:spPr>
          <a:xfrm>
            <a:off x="432000" y="431999"/>
            <a:ext cx="11340000" cy="778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body"/>
          </p:nvPr>
        </p:nvSpPr>
        <p:spPr>
          <a:xfrm>
            <a:off x="432000" y="1541113"/>
            <a:ext cx="11340000" cy="43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Char char="•"/>
              <a:defRPr>
                <a:solidFill>
                  <a:srgbClr val="BFBFBF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3200"/>
              <a:buChar char="•"/>
              <a:defRPr>
                <a:solidFill>
                  <a:srgbClr val="BFBFBF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>
                <a:solidFill>
                  <a:srgbClr val="BFBFBF"/>
                </a:solidFill>
              </a:defRPr>
            </a:lvl3pPr>
            <a:lvl4pPr indent="-4000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4pPr>
            <a:lvl5pPr indent="-4000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idx="11" type="ftr"/>
          </p:nvPr>
        </p:nvSpPr>
        <p:spPr>
          <a:xfrm>
            <a:off x="668550" y="63223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432000" y="431999"/>
            <a:ext cx="11340000" cy="778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431999" y="1008000"/>
            <a:ext cx="11339999" cy="4881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Char char="•"/>
              <a:defRPr>
                <a:solidFill>
                  <a:srgbClr val="BFBFBF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3200"/>
              <a:buChar char="•"/>
              <a:defRPr>
                <a:solidFill>
                  <a:srgbClr val="BFBFBF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>
                <a:solidFill>
                  <a:srgbClr val="BFBFBF"/>
                </a:solidFill>
              </a:defRPr>
            </a:lvl3pPr>
            <a:lvl4pPr indent="-4000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4pPr>
            <a:lvl5pPr indent="-4000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idx="11" type="ftr"/>
          </p:nvPr>
        </p:nvSpPr>
        <p:spPr>
          <a:xfrm>
            <a:off x="668550" y="63223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432000" y="431999"/>
            <a:ext cx="11340000" cy="778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668550" y="63223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1">
  <p:cSld name="Divider Slide 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8418576" y="4907280"/>
            <a:ext cx="1554480" cy="1103376"/>
          </a:xfrm>
          <a:prstGeom prst="ellipse">
            <a:avLst/>
          </a:prstGeom>
          <a:noFill/>
          <a:ln>
            <a:noFill/>
          </a:ln>
        </p:spPr>
        <p:txBody>
          <a:bodyPr anchorCtr="0" anchor="t" bIns="0" lIns="72000" spcFirstLastPara="1" rIns="180000" wrap="square" tIns="180000">
            <a:noAutofit/>
          </a:bodyPr>
          <a:lstStyle/>
          <a:p>
            <a:pPr indent="0" lvl="0" marL="0" marR="0" rtl="0" algn="r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0" i="0" sz="45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9" name="Google Shape;49;p7"/>
          <p:cNvSpPr/>
          <p:nvPr>
            <p:ph idx="2" type="pic"/>
          </p:nvPr>
        </p:nvSpPr>
        <p:spPr>
          <a:xfrm>
            <a:off x="144000" y="144000"/>
            <a:ext cx="11905200" cy="6060155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50" name="Google Shape;50;p7"/>
          <p:cNvSpPr txBox="1"/>
          <p:nvPr>
            <p:ph type="ctrTitle"/>
          </p:nvPr>
        </p:nvSpPr>
        <p:spPr>
          <a:xfrm>
            <a:off x="779100" y="804500"/>
            <a:ext cx="4416588" cy="3818712"/>
          </a:xfrm>
          <a:prstGeom prst="rect">
            <a:avLst/>
          </a:prstGeom>
          <a:gradFill>
            <a:gsLst>
              <a:gs pos="0">
                <a:srgbClr val="3F3F3F">
                  <a:alpha val="69019"/>
                </a:srgbClr>
              </a:gs>
              <a:gs pos="80000">
                <a:schemeClr val="dk1"/>
              </a:gs>
              <a:gs pos="100000">
                <a:schemeClr val="dk1"/>
              </a:gs>
            </a:gsLst>
            <a:lin ang="3600000" scaled="0"/>
          </a:gradFill>
          <a:ln>
            <a:noFill/>
          </a:ln>
        </p:spPr>
        <p:txBody>
          <a:bodyPr anchorCtr="0" anchor="b" bIns="180000" lIns="72000" spcFirstLastPara="1" rIns="180000" wrap="square" tIns="0">
            <a:noAutofit/>
          </a:bodyPr>
          <a:lstStyle>
            <a:lvl1pPr lvl="0" algn="r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" type="subTitle"/>
          </p:nvPr>
        </p:nvSpPr>
        <p:spPr>
          <a:xfrm>
            <a:off x="779099" y="4623212"/>
            <a:ext cx="4416587" cy="816075"/>
          </a:xfrm>
          <a:prstGeom prst="rect">
            <a:avLst/>
          </a:prstGeom>
          <a:solidFill>
            <a:schemeClr val="dk1">
              <a:alpha val="80000"/>
            </a:schemeClr>
          </a:solidFill>
          <a:ln cap="flat" cmpd="sng" w="952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180000" wrap="square" tIns="14400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 sz="18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668550" y="63223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8266176" y="4754880"/>
            <a:ext cx="274320" cy="292608"/>
          </a:xfrm>
          <a:prstGeom prst="ellipse">
            <a:avLst/>
          </a:prstGeom>
          <a:noFill/>
          <a:ln>
            <a:noFill/>
          </a:ln>
        </p:spPr>
        <p:txBody>
          <a:bodyPr anchorCtr="0" anchor="t" bIns="0" lIns="72000" spcFirstLastPara="1" rIns="180000" wrap="square" tIns="180000">
            <a:noAutofit/>
          </a:bodyPr>
          <a:lstStyle/>
          <a:p>
            <a:pPr indent="0" lvl="0" marL="0" marR="0" rtl="0" algn="r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0" i="0" sz="45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2">
  <p:cSld name="Divider Slide 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/>
          <p:nvPr/>
        </p:nvSpPr>
        <p:spPr>
          <a:xfrm>
            <a:off x="1450848" y="653845"/>
            <a:ext cx="2657856" cy="2450592"/>
          </a:xfrm>
          <a:prstGeom prst="ellipse">
            <a:avLst/>
          </a:prstGeom>
          <a:noFill/>
          <a:ln>
            <a:noFill/>
          </a:ln>
        </p:spPr>
        <p:txBody>
          <a:bodyPr anchorCtr="0" anchor="t" bIns="0" lIns="72000" spcFirstLastPara="1" rIns="180000" wrap="square" tIns="180000">
            <a:noAutofit/>
          </a:bodyPr>
          <a:lstStyle/>
          <a:p>
            <a:pPr indent="0" lvl="0" marL="0" marR="0" rtl="0" algn="r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0" i="0" sz="45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7" name="Google Shape;57;p8"/>
          <p:cNvSpPr/>
          <p:nvPr>
            <p:ph idx="2" type="pic"/>
          </p:nvPr>
        </p:nvSpPr>
        <p:spPr>
          <a:xfrm>
            <a:off x="144000" y="144000"/>
            <a:ext cx="11905200" cy="6060155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58" name="Google Shape;58;p8"/>
          <p:cNvSpPr txBox="1"/>
          <p:nvPr>
            <p:ph type="ctrTitle"/>
          </p:nvPr>
        </p:nvSpPr>
        <p:spPr>
          <a:xfrm>
            <a:off x="5943600" y="2438399"/>
            <a:ext cx="5385600" cy="3044399"/>
          </a:xfrm>
          <a:prstGeom prst="rect">
            <a:avLst/>
          </a:prstGeom>
          <a:gradFill>
            <a:gsLst>
              <a:gs pos="0">
                <a:srgbClr val="056AFF">
                  <a:alpha val="49019"/>
                </a:srgbClr>
              </a:gs>
              <a:gs pos="46000">
                <a:srgbClr val="003482">
                  <a:alpha val="89019"/>
                </a:srgbClr>
              </a:gs>
              <a:gs pos="83186">
                <a:schemeClr val="dk1"/>
              </a:gs>
              <a:gs pos="100000">
                <a:schemeClr val="dk1"/>
              </a:gs>
            </a:gsLst>
            <a:lin ang="3600000" scaled="0"/>
          </a:gradFill>
          <a:ln>
            <a:noFill/>
          </a:ln>
        </p:spPr>
        <p:txBody>
          <a:bodyPr anchorCtr="0" anchor="t" bIns="0" lIns="72000" spcFirstLastPara="1" rIns="180000" wrap="square" tIns="180000">
            <a:noAutofit/>
          </a:bodyPr>
          <a:lstStyle>
            <a:lvl1pPr lvl="0" algn="r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" type="subTitle"/>
          </p:nvPr>
        </p:nvSpPr>
        <p:spPr>
          <a:xfrm>
            <a:off x="8248971" y="4479264"/>
            <a:ext cx="2851629" cy="749534"/>
          </a:xfrm>
          <a:prstGeom prst="rect">
            <a:avLst/>
          </a:prstGeom>
          <a:solidFill>
            <a:schemeClr val="dk1">
              <a:alpha val="80000"/>
            </a:schemeClr>
          </a:solidFill>
          <a:ln cap="flat" cmpd="sng" w="952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180000" wrap="square" tIns="14400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 sz="18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0" name="Google Shape;60;p8"/>
          <p:cNvSpPr txBox="1"/>
          <p:nvPr>
            <p:ph idx="11" type="ftr"/>
          </p:nvPr>
        </p:nvSpPr>
        <p:spPr>
          <a:xfrm>
            <a:off x="668550" y="63223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">
  <p:cSld name="Content Photo 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/>
          <p:nvPr/>
        </p:nvSpPr>
        <p:spPr>
          <a:xfrm>
            <a:off x="8418576" y="4907280"/>
            <a:ext cx="274320" cy="292608"/>
          </a:xfrm>
          <a:prstGeom prst="ellipse">
            <a:avLst/>
          </a:prstGeom>
          <a:noFill/>
          <a:ln>
            <a:noFill/>
          </a:ln>
        </p:spPr>
        <p:txBody>
          <a:bodyPr anchorCtr="0" anchor="t" bIns="0" lIns="72000" spcFirstLastPara="1" rIns="180000" wrap="square" tIns="180000">
            <a:noAutofit/>
          </a:bodyPr>
          <a:lstStyle/>
          <a:p>
            <a:pPr indent="0" lvl="0" marL="0" marR="0" rtl="0" algn="r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0" i="0" sz="45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4" name="Google Shape;64;p9"/>
          <p:cNvSpPr/>
          <p:nvPr/>
        </p:nvSpPr>
        <p:spPr>
          <a:xfrm>
            <a:off x="8266176" y="4754880"/>
            <a:ext cx="274320" cy="292608"/>
          </a:xfrm>
          <a:prstGeom prst="ellipse">
            <a:avLst/>
          </a:prstGeom>
          <a:noFill/>
          <a:ln>
            <a:noFill/>
          </a:ln>
        </p:spPr>
        <p:txBody>
          <a:bodyPr anchorCtr="0" anchor="t" bIns="0" lIns="72000" spcFirstLastPara="1" rIns="180000" wrap="square" tIns="180000">
            <a:noAutofit/>
          </a:bodyPr>
          <a:lstStyle/>
          <a:p>
            <a:pPr indent="0" lvl="0" marL="0" marR="0" rtl="0" algn="r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0" i="0" sz="45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5" name="Google Shape;65;p9"/>
          <p:cNvSpPr/>
          <p:nvPr>
            <p:ph idx="2" type="pic"/>
          </p:nvPr>
        </p:nvSpPr>
        <p:spPr>
          <a:xfrm>
            <a:off x="6769100" y="144000"/>
            <a:ext cx="5280100" cy="6048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66" name="Google Shape;66;p9"/>
          <p:cNvSpPr txBox="1"/>
          <p:nvPr>
            <p:ph type="ctrTitle"/>
          </p:nvPr>
        </p:nvSpPr>
        <p:spPr>
          <a:xfrm>
            <a:off x="7493000" y="2438399"/>
            <a:ext cx="3836200" cy="3044399"/>
          </a:xfrm>
          <a:prstGeom prst="rect">
            <a:avLst/>
          </a:prstGeom>
          <a:gradFill>
            <a:gsLst>
              <a:gs pos="0">
                <a:srgbClr val="056AFF">
                  <a:alpha val="49019"/>
                </a:srgbClr>
              </a:gs>
              <a:gs pos="46000">
                <a:srgbClr val="003482">
                  <a:alpha val="89019"/>
                </a:srgbClr>
              </a:gs>
              <a:gs pos="83186">
                <a:schemeClr val="dk1"/>
              </a:gs>
              <a:gs pos="100000">
                <a:schemeClr val="dk1"/>
              </a:gs>
            </a:gsLst>
            <a:lin ang="3600000" scaled="0"/>
          </a:gradFill>
          <a:ln>
            <a:noFill/>
          </a:ln>
        </p:spPr>
        <p:txBody>
          <a:bodyPr anchorCtr="0" anchor="t" bIns="1188000" lIns="432000" spcFirstLastPara="1" rIns="72000" wrap="square" tIns="432000">
            <a:noAutofit/>
          </a:bodyPr>
          <a:lstStyle>
            <a:lvl1pPr lvl="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747000" y="4465176"/>
            <a:ext cx="3372329" cy="774934"/>
          </a:xfrm>
          <a:prstGeom prst="rect">
            <a:avLst/>
          </a:prstGeom>
          <a:solidFill>
            <a:schemeClr val="dk1">
              <a:alpha val="80000"/>
            </a:schemeClr>
          </a:solidFill>
          <a:ln cap="flat" cmpd="sng" w="952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180000" spcFirstLastPara="1" rIns="0" wrap="square" tIns="1440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 sz="18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3" type="body"/>
          </p:nvPr>
        </p:nvSpPr>
        <p:spPr>
          <a:xfrm>
            <a:off x="432000" y="2438399"/>
            <a:ext cx="5472000" cy="30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Char char="•"/>
              <a:defRPr>
                <a:solidFill>
                  <a:schemeClr val="lt1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>
                <a:solidFill>
                  <a:schemeClr val="lt1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3pPr>
            <a:lvl4pPr indent="-4000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Char char="•"/>
              <a:defRPr>
                <a:solidFill>
                  <a:schemeClr val="lt1"/>
                </a:solidFill>
              </a:defRPr>
            </a:lvl4pPr>
            <a:lvl5pPr indent="-4000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>
            <a:off x="668550" y="63223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2">
  <p:cSld name="Content Photo 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/>
        </p:nvSpPr>
        <p:spPr>
          <a:xfrm>
            <a:off x="8266176" y="4754880"/>
            <a:ext cx="274320" cy="292608"/>
          </a:xfrm>
          <a:prstGeom prst="ellipse">
            <a:avLst/>
          </a:prstGeom>
          <a:noFill/>
          <a:ln>
            <a:noFill/>
          </a:ln>
        </p:spPr>
        <p:txBody>
          <a:bodyPr anchorCtr="0" anchor="t" bIns="0" lIns="72000" spcFirstLastPara="1" rIns="180000" wrap="square" tIns="180000">
            <a:noAutofit/>
          </a:bodyPr>
          <a:lstStyle/>
          <a:p>
            <a:pPr indent="0" lvl="0" marL="0" marR="0" rtl="0" algn="r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0" i="0" sz="45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3" name="Google Shape;73;p10"/>
          <p:cNvSpPr/>
          <p:nvPr>
            <p:ph idx="2" type="pic"/>
          </p:nvPr>
        </p:nvSpPr>
        <p:spPr>
          <a:xfrm>
            <a:off x="144000" y="144000"/>
            <a:ext cx="5280100" cy="6060155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6096000" y="3263899"/>
            <a:ext cx="5472000" cy="244208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Char char="•"/>
              <a:defRPr>
                <a:solidFill>
                  <a:schemeClr val="lt1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>
                <a:solidFill>
                  <a:schemeClr val="lt1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3pPr>
            <a:lvl4pPr indent="-4000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Char char="•"/>
              <a:defRPr>
                <a:solidFill>
                  <a:schemeClr val="lt1"/>
                </a:solidFill>
              </a:defRPr>
            </a:lvl4pPr>
            <a:lvl5pPr indent="-4000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668550" y="63223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0"/>
          <p:cNvSpPr txBox="1"/>
          <p:nvPr>
            <p:ph type="ctrTitle"/>
          </p:nvPr>
        </p:nvSpPr>
        <p:spPr>
          <a:xfrm>
            <a:off x="355601" y="3263898"/>
            <a:ext cx="4840085" cy="1626013"/>
          </a:xfrm>
          <a:prstGeom prst="rect">
            <a:avLst/>
          </a:prstGeom>
          <a:gradFill>
            <a:gsLst>
              <a:gs pos="0">
                <a:srgbClr val="3F3F3F">
                  <a:alpha val="69019"/>
                </a:srgbClr>
              </a:gs>
              <a:gs pos="80000">
                <a:schemeClr val="dk1"/>
              </a:gs>
              <a:gs pos="100000">
                <a:schemeClr val="dk1"/>
              </a:gs>
            </a:gsLst>
            <a:lin ang="3600000" scaled="0"/>
          </a:gradFill>
          <a:ln>
            <a:noFill/>
          </a:ln>
        </p:spPr>
        <p:txBody>
          <a:bodyPr anchorCtr="0" anchor="b" bIns="180000" lIns="72000" spcFirstLastPara="1" rIns="180000" wrap="square" tIns="0">
            <a:noAutofit/>
          </a:bodyPr>
          <a:lstStyle>
            <a:lvl1pPr lvl="0" algn="r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3" type="subTitle"/>
          </p:nvPr>
        </p:nvSpPr>
        <p:spPr>
          <a:xfrm>
            <a:off x="355601" y="4889912"/>
            <a:ext cx="4840085" cy="816075"/>
          </a:xfrm>
          <a:prstGeom prst="rect">
            <a:avLst/>
          </a:prstGeom>
          <a:solidFill>
            <a:schemeClr val="dk1">
              <a:alpha val="80000"/>
            </a:schemeClr>
          </a:solidFill>
          <a:ln cap="flat" cmpd="sng" w="952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180000" wrap="square" tIns="14400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 sz="18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Subtitle">
  <p:cSld name="Title and Content with Subtitl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8266176" y="4754880"/>
            <a:ext cx="274320" cy="292608"/>
          </a:xfrm>
          <a:prstGeom prst="ellipse">
            <a:avLst/>
          </a:prstGeom>
          <a:noFill/>
          <a:ln>
            <a:noFill/>
          </a:ln>
        </p:spPr>
        <p:txBody>
          <a:bodyPr anchorCtr="0" anchor="t" bIns="0" lIns="72000" spcFirstLastPara="1" rIns="180000" wrap="square" tIns="180000">
            <a:noAutofit/>
          </a:bodyPr>
          <a:lstStyle/>
          <a:p>
            <a:pPr indent="0" lvl="0" marL="0" marR="0" rtl="0" algn="r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0" i="0" sz="45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31999" y="1408165"/>
            <a:ext cx="11339513" cy="46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4000"/>
              <a:buNone/>
              <a:defRPr sz="4000">
                <a:solidFill>
                  <a:srgbClr val="FFFF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3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7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668550" y="63223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1"/>
          <p:cNvSpPr txBox="1"/>
          <p:nvPr>
            <p:ph type="title"/>
          </p:nvPr>
        </p:nvSpPr>
        <p:spPr>
          <a:xfrm>
            <a:off x="432000" y="431999"/>
            <a:ext cx="11340000" cy="778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2" type="body"/>
          </p:nvPr>
        </p:nvSpPr>
        <p:spPr>
          <a:xfrm>
            <a:off x="431999" y="1944001"/>
            <a:ext cx="11339999" cy="394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Char char="•"/>
              <a:defRPr>
                <a:solidFill>
                  <a:srgbClr val="BFBFBF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3200"/>
              <a:buChar char="•"/>
              <a:defRPr>
                <a:solidFill>
                  <a:srgbClr val="BFBFBF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>
                <a:solidFill>
                  <a:srgbClr val="BFBFBF"/>
                </a:solidFill>
              </a:defRPr>
            </a:lvl3pPr>
            <a:lvl4pPr indent="-4000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4pPr>
            <a:lvl5pPr indent="-4000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with Subtitle">
  <p:cSld name="Comparison with Sub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431800" y="1008000"/>
            <a:ext cx="11339513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None/>
              <a:defRPr>
                <a:solidFill>
                  <a:srgbClr val="BFBFB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3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7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2" type="body"/>
          </p:nvPr>
        </p:nvSpPr>
        <p:spPr>
          <a:xfrm>
            <a:off x="432000" y="1515834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400"/>
              <a:buNone/>
              <a:defRPr b="0" sz="2400">
                <a:solidFill>
                  <a:srgbClr val="BFBFB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9" name="Google Shape;89;p12"/>
          <p:cNvSpPr txBox="1"/>
          <p:nvPr>
            <p:ph idx="3" type="body"/>
          </p:nvPr>
        </p:nvSpPr>
        <p:spPr>
          <a:xfrm>
            <a:off x="432000" y="2023668"/>
            <a:ext cx="5472000" cy="4168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Char char="•"/>
              <a:defRPr>
                <a:solidFill>
                  <a:srgbClr val="BFBFBF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3200"/>
              <a:buChar char="•"/>
              <a:defRPr>
                <a:solidFill>
                  <a:srgbClr val="BFBFBF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>
                <a:solidFill>
                  <a:srgbClr val="BFBFBF"/>
                </a:solidFill>
              </a:defRPr>
            </a:lvl3pPr>
            <a:lvl4pPr indent="-4000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4pPr>
            <a:lvl5pPr indent="-4000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4" type="body"/>
          </p:nvPr>
        </p:nvSpPr>
        <p:spPr>
          <a:xfrm>
            <a:off x="6300000" y="1516359"/>
            <a:ext cx="5472000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400"/>
              <a:buNone/>
              <a:defRPr b="0" sz="2400">
                <a:solidFill>
                  <a:srgbClr val="BFBFB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5" type="body"/>
          </p:nvPr>
        </p:nvSpPr>
        <p:spPr>
          <a:xfrm>
            <a:off x="6299887" y="2020359"/>
            <a:ext cx="5472113" cy="4170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Char char="•"/>
              <a:defRPr>
                <a:solidFill>
                  <a:srgbClr val="BFBFBF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3200"/>
              <a:buChar char="•"/>
              <a:defRPr>
                <a:solidFill>
                  <a:srgbClr val="BFBFBF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>
                <a:solidFill>
                  <a:srgbClr val="BFBFBF"/>
                </a:solidFill>
              </a:defRPr>
            </a:lvl3pPr>
            <a:lvl4pPr indent="-4000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4pPr>
            <a:lvl5pPr indent="-4000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1" type="ftr"/>
          </p:nvPr>
        </p:nvSpPr>
        <p:spPr>
          <a:xfrm>
            <a:off x="668550" y="63223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2"/>
          <p:cNvSpPr txBox="1"/>
          <p:nvPr>
            <p:ph type="title"/>
          </p:nvPr>
        </p:nvSpPr>
        <p:spPr>
          <a:xfrm>
            <a:off x="432000" y="431999"/>
            <a:ext cx="11340000" cy="778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Photo">
  <p:cSld name="Large Photo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>
            <p:ph idx="2" type="pic"/>
          </p:nvPr>
        </p:nvSpPr>
        <p:spPr>
          <a:xfrm>
            <a:off x="144000" y="143999"/>
            <a:ext cx="11905200" cy="6047999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97" name="Google Shape;97;p13"/>
          <p:cNvSpPr txBox="1"/>
          <p:nvPr>
            <p:ph idx="1" type="body"/>
          </p:nvPr>
        </p:nvSpPr>
        <p:spPr>
          <a:xfrm>
            <a:off x="664900" y="4910452"/>
            <a:ext cx="4101900" cy="77354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0" lIns="180000" spcFirstLastPara="1" rIns="180000" wrap="square" tIns="72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3200"/>
              <a:buChar char="•"/>
              <a:defRPr>
                <a:solidFill>
                  <a:srgbClr val="3F3F3F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>
                <a:solidFill>
                  <a:srgbClr val="3F3F3F"/>
                </a:solidFill>
              </a:defRPr>
            </a:lvl3pPr>
            <a:lvl4pPr indent="-4000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700"/>
              <a:buChar char="•"/>
              <a:defRPr>
                <a:solidFill>
                  <a:srgbClr val="3F3F3F"/>
                </a:solidFill>
              </a:defRPr>
            </a:lvl4pPr>
            <a:lvl5pPr indent="-4000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7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1" type="ftr"/>
          </p:nvPr>
        </p:nvSpPr>
        <p:spPr>
          <a:xfrm>
            <a:off x="668550" y="63223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3"/>
          <p:cNvSpPr txBox="1"/>
          <p:nvPr>
            <p:ph type="title"/>
          </p:nvPr>
        </p:nvSpPr>
        <p:spPr>
          <a:xfrm>
            <a:off x="432000" y="431999"/>
            <a:ext cx="11340000" cy="778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 showMasterSp="0">
  <p:cSld name="Thank You Slide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>
            <p:ph idx="2" type="pic"/>
          </p:nvPr>
        </p:nvSpPr>
        <p:spPr>
          <a:xfrm>
            <a:off x="144000" y="144000"/>
            <a:ext cx="11905200" cy="6570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03" name="Google Shape;103;p14"/>
          <p:cNvSpPr txBox="1"/>
          <p:nvPr>
            <p:ph type="ctrTitle"/>
          </p:nvPr>
        </p:nvSpPr>
        <p:spPr>
          <a:xfrm>
            <a:off x="7415412" y="360000"/>
            <a:ext cx="4416588" cy="4716572"/>
          </a:xfrm>
          <a:prstGeom prst="rect">
            <a:avLst/>
          </a:prstGeom>
          <a:gradFill>
            <a:gsLst>
              <a:gs pos="0">
                <a:srgbClr val="3F3F3F">
                  <a:alpha val="69019"/>
                </a:srgbClr>
              </a:gs>
              <a:gs pos="80000">
                <a:schemeClr val="dk1"/>
              </a:gs>
              <a:gs pos="100000">
                <a:schemeClr val="dk1"/>
              </a:gs>
            </a:gsLst>
            <a:lin ang="3600000" scaled="0"/>
          </a:gradFill>
          <a:ln>
            <a:noFill/>
          </a:ln>
        </p:spPr>
        <p:txBody>
          <a:bodyPr anchorCtr="0" anchor="b" bIns="180000" lIns="72000" spcFirstLastPara="1" rIns="180000" wrap="square" tIns="0">
            <a:noAutofit/>
          </a:bodyPr>
          <a:lstStyle>
            <a:lvl1pPr lvl="0" algn="r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" type="subTitle"/>
          </p:nvPr>
        </p:nvSpPr>
        <p:spPr>
          <a:xfrm>
            <a:off x="7415413" y="5076572"/>
            <a:ext cx="4416587" cy="1421429"/>
          </a:xfrm>
          <a:prstGeom prst="rect">
            <a:avLst/>
          </a:prstGeom>
          <a:solidFill>
            <a:schemeClr val="dk1">
              <a:alpha val="80000"/>
            </a:schemeClr>
          </a:solidFill>
          <a:ln cap="flat" cmpd="sng" w="952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468000" wrap="square" tIns="14400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5" name="Google Shape;105;p14"/>
          <p:cNvSpPr txBox="1"/>
          <p:nvPr>
            <p:ph idx="3" type="body"/>
          </p:nvPr>
        </p:nvSpPr>
        <p:spPr>
          <a:xfrm>
            <a:off x="7948708" y="5540135"/>
            <a:ext cx="3396887" cy="196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400"/>
              <a:buNone/>
              <a:defRPr sz="1400">
                <a:solidFill>
                  <a:srgbClr val="BFBFB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3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7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4" type="body"/>
          </p:nvPr>
        </p:nvSpPr>
        <p:spPr>
          <a:xfrm>
            <a:off x="7948708" y="5809779"/>
            <a:ext cx="3396887" cy="196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400"/>
              <a:buNone/>
              <a:defRPr sz="1400">
                <a:solidFill>
                  <a:srgbClr val="BFBFB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3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7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5" type="body"/>
          </p:nvPr>
        </p:nvSpPr>
        <p:spPr>
          <a:xfrm>
            <a:off x="7948708" y="6079423"/>
            <a:ext cx="3396887" cy="196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400"/>
              <a:buNone/>
              <a:defRPr sz="1400">
                <a:solidFill>
                  <a:srgbClr val="BFBFB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3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7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4"/>
          <p:cNvSpPr/>
          <p:nvPr/>
        </p:nvSpPr>
        <p:spPr>
          <a:xfrm>
            <a:off x="0" y="6714000"/>
            <a:ext cx="12192000" cy="144000"/>
          </a:xfrm>
          <a:prstGeom prst="rect">
            <a:avLst/>
          </a:prstGeom>
          <a:gradFill>
            <a:gsLst>
              <a:gs pos="0">
                <a:srgbClr val="004EC3"/>
              </a:gs>
              <a:gs pos="21000">
                <a:srgbClr val="3F3F3F"/>
              </a:gs>
              <a:gs pos="100000">
                <a:srgbClr val="3F3F3F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0" y="0"/>
            <a:ext cx="12192000" cy="144000"/>
          </a:xfrm>
          <a:prstGeom prst="rect">
            <a:avLst/>
          </a:prstGeom>
          <a:gradFill>
            <a:gsLst>
              <a:gs pos="0">
                <a:srgbClr val="004EC3"/>
              </a:gs>
              <a:gs pos="72000">
                <a:srgbClr val="3F3F3F"/>
              </a:gs>
              <a:gs pos="100000">
                <a:srgbClr val="3F3F3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0" y="92074"/>
            <a:ext cx="144000" cy="6629401"/>
          </a:xfrm>
          <a:prstGeom prst="rect">
            <a:avLst/>
          </a:prstGeom>
          <a:gradFill>
            <a:gsLst>
              <a:gs pos="0">
                <a:srgbClr val="004EC3"/>
              </a:gs>
              <a:gs pos="72000">
                <a:srgbClr val="3F3F3F"/>
              </a:gs>
              <a:gs pos="100000">
                <a:srgbClr val="3F3F3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12048000" y="92074"/>
            <a:ext cx="144000" cy="6629401"/>
          </a:xfrm>
          <a:prstGeom prst="rect">
            <a:avLst/>
          </a:prstGeom>
          <a:gradFill>
            <a:gsLst>
              <a:gs pos="0">
                <a:srgbClr val="004EC3"/>
              </a:gs>
              <a:gs pos="72000">
                <a:srgbClr val="3F3F3F"/>
              </a:gs>
              <a:gs pos="100000">
                <a:srgbClr val="3F3F3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36000" y="36000"/>
                </a:moveTo>
                <a:lnTo>
                  <a:pt x="36000" y="6822000"/>
                </a:lnTo>
                <a:lnTo>
                  <a:pt x="12156000" y="6822000"/>
                </a:lnTo>
                <a:lnTo>
                  <a:pt x="12156000" y="36000"/>
                </a:lnTo>
                <a:close/>
                <a:moveTo>
                  <a:pt x="0" y="0"/>
                </a:moveTo>
                <a:lnTo>
                  <a:pt x="36000" y="0"/>
                </a:lnTo>
                <a:lnTo>
                  <a:pt x="12156000" y="0"/>
                </a:lnTo>
                <a:lnTo>
                  <a:pt x="12192000" y="0"/>
                </a:lnTo>
                <a:lnTo>
                  <a:pt x="12192000" y="36000"/>
                </a:lnTo>
                <a:lnTo>
                  <a:pt x="12192000" y="6822000"/>
                </a:lnTo>
                <a:lnTo>
                  <a:pt x="12192000" y="6858000"/>
                </a:lnTo>
                <a:lnTo>
                  <a:pt x="12156000" y="6858000"/>
                </a:lnTo>
                <a:lnTo>
                  <a:pt x="36000" y="6858000"/>
                </a:lnTo>
                <a:lnTo>
                  <a:pt x="0" y="6858000"/>
                </a:lnTo>
                <a:lnTo>
                  <a:pt x="0" y="6822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>
            <p:ph idx="6" type="body"/>
          </p:nvPr>
        </p:nvSpPr>
        <p:spPr>
          <a:xfrm>
            <a:off x="7943550" y="5233270"/>
            <a:ext cx="3396887" cy="196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3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7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>
            <p:ph idx="11" type="ftr"/>
          </p:nvPr>
        </p:nvSpPr>
        <p:spPr>
          <a:xfrm>
            <a:off x="668550" y="63223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32000" y="431999"/>
            <a:ext cx="11340000" cy="778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172199" y="1008000"/>
            <a:ext cx="5505225" cy="516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Char char="•"/>
              <a:defRPr>
                <a:solidFill>
                  <a:srgbClr val="BFBFBF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3200"/>
              <a:buChar char="•"/>
              <a:defRPr>
                <a:solidFill>
                  <a:srgbClr val="BFBFBF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>
                <a:solidFill>
                  <a:srgbClr val="BFBFBF"/>
                </a:solidFill>
              </a:defRPr>
            </a:lvl3pPr>
            <a:lvl4pPr indent="-4000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4pPr>
            <a:lvl5pPr indent="-4000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idx="2" type="body"/>
          </p:nvPr>
        </p:nvSpPr>
        <p:spPr>
          <a:xfrm>
            <a:off x="432000" y="1008000"/>
            <a:ext cx="5587800" cy="516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Char char="•"/>
              <a:defRPr>
                <a:solidFill>
                  <a:srgbClr val="BFBFBF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3200"/>
              <a:buChar char="•"/>
              <a:defRPr>
                <a:solidFill>
                  <a:srgbClr val="BFBFBF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>
                <a:solidFill>
                  <a:srgbClr val="BFBFBF"/>
                </a:solidFill>
              </a:defRPr>
            </a:lvl3pPr>
            <a:lvl4pPr indent="-4000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4pPr>
            <a:lvl5pPr indent="-4000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1" type="ftr"/>
          </p:nvPr>
        </p:nvSpPr>
        <p:spPr>
          <a:xfrm>
            <a:off x="668550" y="63223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6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432000" y="431999"/>
            <a:ext cx="11340000" cy="778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6"/>
          <p:cNvSpPr txBox="1"/>
          <p:nvPr>
            <p:ph idx="1" type="body"/>
          </p:nvPr>
        </p:nvSpPr>
        <p:spPr>
          <a:xfrm>
            <a:off x="6172200" y="1008000"/>
            <a:ext cx="55998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400"/>
              <a:buNone/>
              <a:defRPr b="1" sz="2400">
                <a:solidFill>
                  <a:srgbClr val="BFBFB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16"/>
          <p:cNvSpPr txBox="1"/>
          <p:nvPr>
            <p:ph idx="2" type="body"/>
          </p:nvPr>
        </p:nvSpPr>
        <p:spPr>
          <a:xfrm>
            <a:off x="6172200" y="1975912"/>
            <a:ext cx="5599800" cy="4213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Char char="•"/>
              <a:defRPr>
                <a:solidFill>
                  <a:srgbClr val="BFBFBF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3200"/>
              <a:buChar char="•"/>
              <a:defRPr>
                <a:solidFill>
                  <a:srgbClr val="BFBFBF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>
                <a:solidFill>
                  <a:srgbClr val="BFBFBF"/>
                </a:solidFill>
              </a:defRPr>
            </a:lvl3pPr>
            <a:lvl4pPr indent="-4000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4pPr>
            <a:lvl5pPr indent="-4000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6"/>
          <p:cNvSpPr txBox="1"/>
          <p:nvPr>
            <p:ph idx="3" type="body"/>
          </p:nvPr>
        </p:nvSpPr>
        <p:spPr>
          <a:xfrm>
            <a:off x="432000" y="1008000"/>
            <a:ext cx="5565575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400"/>
              <a:buNone/>
              <a:defRPr b="1" sz="2400">
                <a:solidFill>
                  <a:srgbClr val="BFBFB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p16"/>
          <p:cNvSpPr txBox="1"/>
          <p:nvPr>
            <p:ph idx="4" type="body"/>
          </p:nvPr>
        </p:nvSpPr>
        <p:spPr>
          <a:xfrm>
            <a:off x="432000" y="1975912"/>
            <a:ext cx="5565575" cy="4213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Char char="•"/>
              <a:defRPr>
                <a:solidFill>
                  <a:srgbClr val="BFBFBF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3200"/>
              <a:buChar char="•"/>
              <a:defRPr>
                <a:solidFill>
                  <a:srgbClr val="BFBFBF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>
                <a:solidFill>
                  <a:srgbClr val="BFBFBF"/>
                </a:solidFill>
              </a:defRPr>
            </a:lvl3pPr>
            <a:lvl4pPr indent="-4000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4pPr>
            <a:lvl5pPr indent="-4000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>
            <p:ph idx="1" type="body"/>
          </p:nvPr>
        </p:nvSpPr>
        <p:spPr>
          <a:xfrm>
            <a:off x="431800" y="1008000"/>
            <a:ext cx="11339513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None/>
              <a:defRPr>
                <a:solidFill>
                  <a:srgbClr val="BFBFB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3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7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7"/>
          <p:cNvSpPr txBox="1"/>
          <p:nvPr>
            <p:ph idx="2" type="body"/>
          </p:nvPr>
        </p:nvSpPr>
        <p:spPr>
          <a:xfrm>
            <a:off x="432000" y="1512000"/>
            <a:ext cx="3600000" cy="467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Char char="•"/>
              <a:defRPr>
                <a:solidFill>
                  <a:srgbClr val="BFBFBF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3200"/>
              <a:buChar char="•"/>
              <a:defRPr>
                <a:solidFill>
                  <a:srgbClr val="BFBFBF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>
                <a:solidFill>
                  <a:srgbClr val="BFBFBF"/>
                </a:solidFill>
              </a:defRPr>
            </a:lvl3pPr>
            <a:lvl4pPr indent="-4000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4pPr>
            <a:lvl5pPr indent="-4000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17"/>
          <p:cNvSpPr txBox="1"/>
          <p:nvPr>
            <p:ph idx="11" type="ftr"/>
          </p:nvPr>
        </p:nvSpPr>
        <p:spPr>
          <a:xfrm>
            <a:off x="668550" y="63223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7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17"/>
          <p:cNvSpPr txBox="1"/>
          <p:nvPr>
            <p:ph type="title"/>
          </p:nvPr>
        </p:nvSpPr>
        <p:spPr>
          <a:xfrm>
            <a:off x="432000" y="431999"/>
            <a:ext cx="11340000" cy="778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3" type="body"/>
          </p:nvPr>
        </p:nvSpPr>
        <p:spPr>
          <a:xfrm>
            <a:off x="4302000" y="1512000"/>
            <a:ext cx="3600000" cy="467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Char char="•"/>
              <a:defRPr>
                <a:solidFill>
                  <a:srgbClr val="BFBFBF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3200"/>
              <a:buChar char="•"/>
              <a:defRPr>
                <a:solidFill>
                  <a:srgbClr val="BFBFBF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>
                <a:solidFill>
                  <a:srgbClr val="BFBFBF"/>
                </a:solidFill>
              </a:defRPr>
            </a:lvl3pPr>
            <a:lvl4pPr indent="-4000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4pPr>
            <a:lvl5pPr indent="-4000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4" type="body"/>
          </p:nvPr>
        </p:nvSpPr>
        <p:spPr>
          <a:xfrm>
            <a:off x="8172000" y="1512000"/>
            <a:ext cx="3600000" cy="467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Char char="•"/>
              <a:defRPr>
                <a:solidFill>
                  <a:srgbClr val="BFBFBF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3200"/>
              <a:buChar char="•"/>
              <a:defRPr>
                <a:solidFill>
                  <a:srgbClr val="BFBFBF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>
                <a:solidFill>
                  <a:srgbClr val="BFBFBF"/>
                </a:solidFill>
              </a:defRPr>
            </a:lvl3pPr>
            <a:lvl4pPr indent="-4000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4pPr>
            <a:lvl5pPr indent="-4000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Column">
  <p:cSld name="5 Column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idx="1" type="body"/>
          </p:nvPr>
        </p:nvSpPr>
        <p:spPr>
          <a:xfrm>
            <a:off x="431800" y="1008000"/>
            <a:ext cx="11339513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None/>
              <a:defRPr>
                <a:solidFill>
                  <a:srgbClr val="BFBFB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3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7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2" type="body"/>
          </p:nvPr>
        </p:nvSpPr>
        <p:spPr>
          <a:xfrm>
            <a:off x="432000" y="1512000"/>
            <a:ext cx="2160000" cy="467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Char char="•"/>
              <a:defRPr>
                <a:solidFill>
                  <a:srgbClr val="BFBFBF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3200"/>
              <a:buChar char="•"/>
              <a:defRPr>
                <a:solidFill>
                  <a:srgbClr val="BFBFBF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>
                <a:solidFill>
                  <a:srgbClr val="BFBFBF"/>
                </a:solidFill>
              </a:defRPr>
            </a:lvl3pPr>
            <a:lvl4pPr indent="-4000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4pPr>
            <a:lvl5pPr indent="-4000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18"/>
          <p:cNvSpPr txBox="1"/>
          <p:nvPr>
            <p:ph idx="3" type="body"/>
          </p:nvPr>
        </p:nvSpPr>
        <p:spPr>
          <a:xfrm>
            <a:off x="2726412" y="1512000"/>
            <a:ext cx="2160588" cy="467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Char char="•"/>
              <a:defRPr>
                <a:solidFill>
                  <a:srgbClr val="BFBFBF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3200"/>
              <a:buChar char="•"/>
              <a:defRPr>
                <a:solidFill>
                  <a:srgbClr val="BFBFBF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>
                <a:solidFill>
                  <a:srgbClr val="BFBFBF"/>
                </a:solidFill>
              </a:defRPr>
            </a:lvl3pPr>
            <a:lvl4pPr indent="-4000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4pPr>
            <a:lvl5pPr indent="-4000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4" type="body"/>
          </p:nvPr>
        </p:nvSpPr>
        <p:spPr>
          <a:xfrm>
            <a:off x="5021412" y="1512000"/>
            <a:ext cx="2160588" cy="467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Char char="•"/>
              <a:defRPr>
                <a:solidFill>
                  <a:srgbClr val="BFBFBF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3200"/>
              <a:buChar char="•"/>
              <a:defRPr>
                <a:solidFill>
                  <a:srgbClr val="BFBFBF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>
                <a:solidFill>
                  <a:srgbClr val="BFBFBF"/>
                </a:solidFill>
              </a:defRPr>
            </a:lvl3pPr>
            <a:lvl4pPr indent="-4000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4pPr>
            <a:lvl5pPr indent="-4000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5" type="body"/>
          </p:nvPr>
        </p:nvSpPr>
        <p:spPr>
          <a:xfrm>
            <a:off x="7316412" y="1507535"/>
            <a:ext cx="2160588" cy="467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Char char="•"/>
              <a:defRPr>
                <a:solidFill>
                  <a:srgbClr val="BFBFBF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3200"/>
              <a:buChar char="•"/>
              <a:defRPr>
                <a:solidFill>
                  <a:srgbClr val="BFBFBF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>
                <a:solidFill>
                  <a:srgbClr val="BFBFBF"/>
                </a:solidFill>
              </a:defRPr>
            </a:lvl3pPr>
            <a:lvl4pPr indent="-4000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4pPr>
            <a:lvl5pPr indent="-4000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6" type="body"/>
          </p:nvPr>
        </p:nvSpPr>
        <p:spPr>
          <a:xfrm>
            <a:off x="9611412" y="1507535"/>
            <a:ext cx="2160588" cy="468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Char char="•"/>
              <a:defRPr>
                <a:solidFill>
                  <a:srgbClr val="BFBFBF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3200"/>
              <a:buChar char="•"/>
              <a:defRPr>
                <a:solidFill>
                  <a:srgbClr val="BFBFBF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>
                <a:solidFill>
                  <a:srgbClr val="BFBFBF"/>
                </a:solidFill>
              </a:defRPr>
            </a:lvl3pPr>
            <a:lvl4pPr indent="-4000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4pPr>
            <a:lvl5pPr indent="-4000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700"/>
              <a:buChar char="•"/>
              <a:defRPr>
                <a:solidFill>
                  <a:srgbClr val="BFBFB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11" type="ftr"/>
          </p:nvPr>
        </p:nvSpPr>
        <p:spPr>
          <a:xfrm>
            <a:off x="668550" y="63223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8"/>
          <p:cNvSpPr txBox="1"/>
          <p:nvPr>
            <p:ph type="title"/>
          </p:nvPr>
        </p:nvSpPr>
        <p:spPr>
          <a:xfrm>
            <a:off x="432000" y="431999"/>
            <a:ext cx="11340000" cy="778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/>
          <p:nvPr/>
        </p:nvSpPr>
        <p:spPr>
          <a:xfrm>
            <a:off x="0" y="6714000"/>
            <a:ext cx="12192000" cy="144000"/>
          </a:xfrm>
          <a:prstGeom prst="rect">
            <a:avLst/>
          </a:prstGeom>
          <a:gradFill>
            <a:gsLst>
              <a:gs pos="0">
                <a:srgbClr val="004EC3"/>
              </a:gs>
              <a:gs pos="21000">
                <a:srgbClr val="3F3F3F"/>
              </a:gs>
              <a:gs pos="100000">
                <a:srgbClr val="3F3F3F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0" y="0"/>
            <a:ext cx="12192000" cy="144000"/>
          </a:xfrm>
          <a:prstGeom prst="rect">
            <a:avLst/>
          </a:prstGeom>
          <a:gradFill>
            <a:gsLst>
              <a:gs pos="0">
                <a:srgbClr val="004EC3"/>
              </a:gs>
              <a:gs pos="72000">
                <a:srgbClr val="3F3F3F"/>
              </a:gs>
              <a:gs pos="100000">
                <a:srgbClr val="3F3F3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0" y="92074"/>
            <a:ext cx="144000" cy="6629401"/>
          </a:xfrm>
          <a:prstGeom prst="rect">
            <a:avLst/>
          </a:prstGeom>
          <a:gradFill>
            <a:gsLst>
              <a:gs pos="0">
                <a:srgbClr val="004EC3"/>
              </a:gs>
              <a:gs pos="72000">
                <a:srgbClr val="3F3F3F"/>
              </a:gs>
              <a:gs pos="100000">
                <a:srgbClr val="3F3F3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12048000" y="92074"/>
            <a:ext cx="144000" cy="6629401"/>
          </a:xfrm>
          <a:prstGeom prst="rect">
            <a:avLst/>
          </a:prstGeom>
          <a:gradFill>
            <a:gsLst>
              <a:gs pos="0">
                <a:srgbClr val="004EC3"/>
              </a:gs>
              <a:gs pos="72000">
                <a:srgbClr val="3F3F3F"/>
              </a:gs>
              <a:gs pos="100000">
                <a:srgbClr val="3F3F3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36000" y="36000"/>
                </a:moveTo>
                <a:lnTo>
                  <a:pt x="36000" y="6822000"/>
                </a:lnTo>
                <a:lnTo>
                  <a:pt x="12156000" y="6822000"/>
                </a:lnTo>
                <a:lnTo>
                  <a:pt x="12156000" y="36000"/>
                </a:lnTo>
                <a:close/>
                <a:moveTo>
                  <a:pt x="0" y="0"/>
                </a:moveTo>
                <a:lnTo>
                  <a:pt x="36000" y="0"/>
                </a:lnTo>
                <a:lnTo>
                  <a:pt x="12156000" y="0"/>
                </a:lnTo>
                <a:lnTo>
                  <a:pt x="12192000" y="0"/>
                </a:lnTo>
                <a:lnTo>
                  <a:pt x="12192000" y="36000"/>
                </a:lnTo>
                <a:lnTo>
                  <a:pt x="12192000" y="6822000"/>
                </a:lnTo>
                <a:lnTo>
                  <a:pt x="12192000" y="6858000"/>
                </a:lnTo>
                <a:lnTo>
                  <a:pt x="12156000" y="6858000"/>
                </a:lnTo>
                <a:lnTo>
                  <a:pt x="36000" y="6858000"/>
                </a:lnTo>
                <a:lnTo>
                  <a:pt x="0" y="6858000"/>
                </a:lnTo>
                <a:lnTo>
                  <a:pt x="0" y="6822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 txBox="1"/>
          <p:nvPr>
            <p:ph type="ctrTitle"/>
          </p:nvPr>
        </p:nvSpPr>
        <p:spPr>
          <a:xfrm>
            <a:off x="360000" y="359999"/>
            <a:ext cx="4416588" cy="5321927"/>
          </a:xfrm>
          <a:prstGeom prst="rect">
            <a:avLst/>
          </a:prstGeom>
          <a:gradFill>
            <a:gsLst>
              <a:gs pos="0">
                <a:srgbClr val="3F3F3F">
                  <a:alpha val="69019"/>
                </a:srgbClr>
              </a:gs>
              <a:gs pos="80000">
                <a:schemeClr val="dk1"/>
              </a:gs>
              <a:gs pos="100000">
                <a:schemeClr val="dk1"/>
              </a:gs>
            </a:gsLst>
            <a:lin ang="3600000" scaled="0"/>
          </a:gradFill>
          <a:ln>
            <a:noFill/>
          </a:ln>
        </p:spPr>
        <p:txBody>
          <a:bodyPr anchorCtr="0" anchor="b" bIns="180000" lIns="72000" spcFirstLastPara="1" rIns="180000" wrap="square" tIns="0">
            <a:noAutofit/>
          </a:bodyPr>
          <a:lstStyle>
            <a:lvl1pPr lvl="0" algn="r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9"/>
          <p:cNvSpPr txBox="1"/>
          <p:nvPr>
            <p:ph idx="1" type="subTitle"/>
          </p:nvPr>
        </p:nvSpPr>
        <p:spPr>
          <a:xfrm>
            <a:off x="359999" y="5681926"/>
            <a:ext cx="4416587" cy="816075"/>
          </a:xfrm>
          <a:prstGeom prst="rect">
            <a:avLst/>
          </a:prstGeom>
          <a:solidFill>
            <a:schemeClr val="dk1">
              <a:alpha val="80000"/>
            </a:schemeClr>
          </a:solidFill>
          <a:ln cap="flat" cmpd="sng" w="952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180000" wrap="square" tIns="14400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 sz="18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ctrTitle"/>
          </p:nvPr>
        </p:nvSpPr>
        <p:spPr>
          <a:xfrm>
            <a:off x="5943600" y="2438399"/>
            <a:ext cx="5385600" cy="3044399"/>
          </a:xfrm>
          <a:prstGeom prst="rect">
            <a:avLst/>
          </a:prstGeom>
          <a:gradFill>
            <a:gsLst>
              <a:gs pos="0">
                <a:srgbClr val="056AFF">
                  <a:alpha val="49019"/>
                </a:srgbClr>
              </a:gs>
              <a:gs pos="46000">
                <a:srgbClr val="003482">
                  <a:alpha val="89019"/>
                </a:srgbClr>
              </a:gs>
              <a:gs pos="83186">
                <a:schemeClr val="dk1"/>
              </a:gs>
              <a:gs pos="100000">
                <a:schemeClr val="dk1"/>
              </a:gs>
            </a:gsLst>
            <a:lin ang="3600000" scaled="0"/>
          </a:gradFill>
          <a:ln>
            <a:noFill/>
          </a:ln>
        </p:spPr>
        <p:txBody>
          <a:bodyPr anchorCtr="0" anchor="t" bIns="0" lIns="72000" spcFirstLastPara="1" rIns="180000" wrap="square" tIns="180000">
            <a:noAutofit/>
          </a:bodyPr>
          <a:lstStyle>
            <a:lvl1pPr lvl="0" algn="r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1" type="subTitle"/>
          </p:nvPr>
        </p:nvSpPr>
        <p:spPr>
          <a:xfrm>
            <a:off x="8248971" y="4479264"/>
            <a:ext cx="2851629" cy="749534"/>
          </a:xfrm>
          <a:prstGeom prst="rect">
            <a:avLst/>
          </a:prstGeom>
          <a:solidFill>
            <a:schemeClr val="dk1">
              <a:alpha val="80000"/>
            </a:schemeClr>
          </a:solidFill>
          <a:ln cap="flat" cmpd="sng" w="952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180000" wrap="square" tIns="14400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 sz="18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7" name="Google Shape;157;p20"/>
          <p:cNvSpPr txBox="1"/>
          <p:nvPr>
            <p:ph idx="11" type="ftr"/>
          </p:nvPr>
        </p:nvSpPr>
        <p:spPr>
          <a:xfrm>
            <a:off x="668550" y="63223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0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idx="11" type="ftr"/>
          </p:nvPr>
        </p:nvSpPr>
        <p:spPr>
          <a:xfrm>
            <a:off x="668550" y="63223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1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21"/>
          <p:cNvSpPr txBox="1"/>
          <p:nvPr>
            <p:ph type="ctrTitle"/>
          </p:nvPr>
        </p:nvSpPr>
        <p:spPr>
          <a:xfrm>
            <a:off x="355601" y="3263898"/>
            <a:ext cx="4840085" cy="1626013"/>
          </a:xfrm>
          <a:prstGeom prst="rect">
            <a:avLst/>
          </a:prstGeom>
          <a:gradFill>
            <a:gsLst>
              <a:gs pos="0">
                <a:srgbClr val="3F3F3F">
                  <a:alpha val="69019"/>
                </a:srgbClr>
              </a:gs>
              <a:gs pos="80000">
                <a:schemeClr val="dk1"/>
              </a:gs>
              <a:gs pos="100000">
                <a:schemeClr val="dk1"/>
              </a:gs>
            </a:gsLst>
            <a:lin ang="3600000" scaled="0"/>
          </a:gradFill>
          <a:ln>
            <a:noFill/>
          </a:ln>
        </p:spPr>
        <p:txBody>
          <a:bodyPr anchorCtr="0" anchor="b" bIns="180000" lIns="72000" spcFirstLastPara="1" rIns="180000" wrap="square" tIns="0">
            <a:noAutofit/>
          </a:bodyPr>
          <a:lstStyle>
            <a:lvl1pPr lvl="0" algn="r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1"/>
          <p:cNvSpPr txBox="1"/>
          <p:nvPr>
            <p:ph idx="1" type="body"/>
          </p:nvPr>
        </p:nvSpPr>
        <p:spPr>
          <a:xfrm>
            <a:off x="355601" y="4889910"/>
            <a:ext cx="4840085" cy="816077"/>
          </a:xfrm>
          <a:prstGeom prst="rect">
            <a:avLst/>
          </a:prstGeom>
          <a:solidFill>
            <a:schemeClr val="dk1">
              <a:alpha val="80000"/>
            </a:schemeClr>
          </a:solidFill>
          <a:ln cap="flat" cmpd="sng" w="952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91425" wrap="square" tIns="1440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None/>
              <a:defRPr>
                <a:solidFill>
                  <a:srgbClr val="BFBFB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1"/>
          <p:cNvSpPr txBox="1"/>
          <p:nvPr>
            <p:ph idx="2" type="body"/>
          </p:nvPr>
        </p:nvSpPr>
        <p:spPr>
          <a:xfrm>
            <a:off x="6095998" y="651641"/>
            <a:ext cx="5472001" cy="50543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000"/>
              <a:buChar char="•"/>
              <a:defRPr sz="2000">
                <a:solidFill>
                  <a:srgbClr val="BFBFB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1800"/>
              <a:buChar char="•"/>
              <a:defRPr sz="1800">
                <a:solidFill>
                  <a:srgbClr val="BFBFBF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1600"/>
              <a:buChar char="•"/>
              <a:defRPr sz="1600">
                <a:solidFill>
                  <a:srgbClr val="BFBFBF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1400"/>
              <a:buChar char="•"/>
              <a:defRPr sz="1400">
                <a:solidFill>
                  <a:srgbClr val="BFBFBF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1400"/>
              <a:buChar char="•"/>
              <a:defRPr sz="1400">
                <a:solidFill>
                  <a:srgbClr val="BFBFBF"/>
                </a:solidFill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>
            <p:ph idx="11" type="ftr"/>
          </p:nvPr>
        </p:nvSpPr>
        <p:spPr>
          <a:xfrm>
            <a:off x="668550" y="63223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2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22"/>
          <p:cNvSpPr txBox="1"/>
          <p:nvPr>
            <p:ph type="ctrTitle"/>
          </p:nvPr>
        </p:nvSpPr>
        <p:spPr>
          <a:xfrm>
            <a:off x="355601" y="3263898"/>
            <a:ext cx="4840085" cy="1626013"/>
          </a:xfrm>
          <a:prstGeom prst="rect">
            <a:avLst/>
          </a:prstGeom>
          <a:gradFill>
            <a:gsLst>
              <a:gs pos="0">
                <a:srgbClr val="3F3F3F">
                  <a:alpha val="69019"/>
                </a:srgbClr>
              </a:gs>
              <a:gs pos="80000">
                <a:schemeClr val="dk1"/>
              </a:gs>
              <a:gs pos="100000">
                <a:schemeClr val="dk1"/>
              </a:gs>
            </a:gsLst>
            <a:lin ang="3600000" scaled="0"/>
          </a:gradFill>
          <a:ln>
            <a:noFill/>
          </a:ln>
        </p:spPr>
        <p:txBody>
          <a:bodyPr anchorCtr="0" anchor="b" bIns="180000" lIns="72000" spcFirstLastPara="1" rIns="180000" wrap="square" tIns="0">
            <a:noAutofit/>
          </a:bodyPr>
          <a:lstStyle>
            <a:lvl1pPr lvl="0" algn="r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2"/>
          <p:cNvSpPr txBox="1"/>
          <p:nvPr>
            <p:ph idx="1" type="body"/>
          </p:nvPr>
        </p:nvSpPr>
        <p:spPr>
          <a:xfrm>
            <a:off x="355601" y="4889911"/>
            <a:ext cx="4840085" cy="816076"/>
          </a:xfrm>
          <a:prstGeom prst="rect">
            <a:avLst/>
          </a:prstGeom>
          <a:solidFill>
            <a:schemeClr val="dk1">
              <a:alpha val="80000"/>
            </a:schemeClr>
          </a:solidFill>
          <a:ln cap="flat" cmpd="sng" w="952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91425" wrap="square" tIns="1440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None/>
              <a:defRPr>
                <a:solidFill>
                  <a:srgbClr val="BFBFB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22"/>
          <p:cNvSpPr/>
          <p:nvPr>
            <p:ph idx="2" type="pic"/>
          </p:nvPr>
        </p:nvSpPr>
        <p:spPr>
          <a:xfrm>
            <a:off x="6095997" y="651641"/>
            <a:ext cx="5472002" cy="505434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idx="11" type="ftr"/>
          </p:nvPr>
        </p:nvSpPr>
        <p:spPr>
          <a:xfrm>
            <a:off x="668550" y="63223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23"/>
          <p:cNvSpPr txBox="1"/>
          <p:nvPr>
            <p:ph type="title"/>
          </p:nvPr>
        </p:nvSpPr>
        <p:spPr>
          <a:xfrm>
            <a:off x="432000" y="431999"/>
            <a:ext cx="11340000" cy="778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idx="11" type="ftr"/>
          </p:nvPr>
        </p:nvSpPr>
        <p:spPr>
          <a:xfrm>
            <a:off x="668550" y="63223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4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24"/>
          <p:cNvSpPr txBox="1"/>
          <p:nvPr>
            <p:ph type="title"/>
          </p:nvPr>
        </p:nvSpPr>
        <p:spPr>
          <a:xfrm>
            <a:off x="432000" y="431999"/>
            <a:ext cx="11340000" cy="778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4"/>
          <p:cNvSpPr txBox="1"/>
          <p:nvPr>
            <p:ph idx="1" type="body"/>
          </p:nvPr>
        </p:nvSpPr>
        <p:spPr>
          <a:xfrm>
            <a:off x="2718816" y="2673350"/>
            <a:ext cx="6754368" cy="15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32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191250"/>
            <a:ext cx="12192000" cy="666900"/>
          </a:xfrm>
          <a:prstGeom prst="rect">
            <a:avLst/>
          </a:prstGeom>
          <a:gradFill>
            <a:gsLst>
              <a:gs pos="0">
                <a:srgbClr val="004EC3"/>
              </a:gs>
              <a:gs pos="21000">
                <a:srgbClr val="3F3F3F"/>
              </a:gs>
              <a:gs pos="100000">
                <a:srgbClr val="3F3F3F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432000" y="431999"/>
            <a:ext cx="11340000" cy="778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Arial Black"/>
              <a:buNone/>
              <a:defRPr b="1" i="0" sz="6000" u="none" cap="none" strike="noStrike">
                <a:solidFill>
                  <a:schemeClr val="accent4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432000" y="1913850"/>
            <a:ext cx="11340000" cy="39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Arial"/>
              <a:buChar char="•"/>
              <a:defRPr b="1" i="0" sz="3200" u="none" cap="none" strike="noStrike">
                <a:solidFill>
                  <a:srgbClr val="D8D8D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4000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700"/>
              <a:buFont typeface="Arial"/>
              <a:buChar char="•"/>
              <a:defRPr b="1" i="0" sz="2700" u="none" cap="none" strike="noStrike">
                <a:solidFill>
                  <a:srgbClr val="D8D8D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4000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/>
          <p:nvPr/>
        </p:nvSpPr>
        <p:spPr>
          <a:xfrm>
            <a:off x="0" y="0"/>
            <a:ext cx="12192000" cy="144000"/>
          </a:xfrm>
          <a:prstGeom prst="rect">
            <a:avLst/>
          </a:prstGeom>
          <a:gradFill>
            <a:gsLst>
              <a:gs pos="0">
                <a:srgbClr val="004EC3"/>
              </a:gs>
              <a:gs pos="72000">
                <a:srgbClr val="3F3F3F"/>
              </a:gs>
              <a:gs pos="100000">
                <a:srgbClr val="3F3F3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0" y="92074"/>
            <a:ext cx="144000" cy="6629401"/>
          </a:xfrm>
          <a:prstGeom prst="rect">
            <a:avLst/>
          </a:prstGeom>
          <a:gradFill>
            <a:gsLst>
              <a:gs pos="0">
                <a:srgbClr val="004EC3"/>
              </a:gs>
              <a:gs pos="72000">
                <a:srgbClr val="3F3F3F"/>
              </a:gs>
              <a:gs pos="100000">
                <a:srgbClr val="3F3F3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12048000" y="92074"/>
            <a:ext cx="144000" cy="6629401"/>
          </a:xfrm>
          <a:prstGeom prst="rect">
            <a:avLst/>
          </a:prstGeom>
          <a:gradFill>
            <a:gsLst>
              <a:gs pos="0">
                <a:srgbClr val="004EC3"/>
              </a:gs>
              <a:gs pos="72000">
                <a:srgbClr val="3F3F3F"/>
              </a:gs>
              <a:gs pos="100000">
                <a:srgbClr val="3F3F3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36000" y="36000"/>
                </a:moveTo>
                <a:lnTo>
                  <a:pt x="36000" y="6822000"/>
                </a:lnTo>
                <a:lnTo>
                  <a:pt x="12156000" y="6822000"/>
                </a:lnTo>
                <a:lnTo>
                  <a:pt x="12156000" y="36000"/>
                </a:lnTo>
                <a:close/>
                <a:moveTo>
                  <a:pt x="0" y="0"/>
                </a:moveTo>
                <a:lnTo>
                  <a:pt x="36000" y="0"/>
                </a:lnTo>
                <a:lnTo>
                  <a:pt x="12156000" y="0"/>
                </a:lnTo>
                <a:lnTo>
                  <a:pt x="12192000" y="0"/>
                </a:lnTo>
                <a:lnTo>
                  <a:pt x="12192000" y="36000"/>
                </a:lnTo>
                <a:lnTo>
                  <a:pt x="12192000" y="6822000"/>
                </a:lnTo>
                <a:lnTo>
                  <a:pt x="12192000" y="6858000"/>
                </a:lnTo>
                <a:lnTo>
                  <a:pt x="12156000" y="6858000"/>
                </a:lnTo>
                <a:lnTo>
                  <a:pt x="36000" y="6858000"/>
                </a:lnTo>
                <a:lnTo>
                  <a:pt x="0" y="6858000"/>
                </a:lnTo>
                <a:lnTo>
                  <a:pt x="0" y="6822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73182" y="6262998"/>
            <a:ext cx="2091252" cy="48392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000" y="408055"/>
            <a:ext cx="11905200" cy="604188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pic>
      <p:sp>
        <p:nvSpPr>
          <p:cNvPr id="185" name="Google Shape;185;p25"/>
          <p:cNvSpPr txBox="1"/>
          <p:nvPr>
            <p:ph type="ctrTitle"/>
          </p:nvPr>
        </p:nvSpPr>
        <p:spPr>
          <a:xfrm>
            <a:off x="359999" y="359999"/>
            <a:ext cx="11566957" cy="3390773"/>
          </a:xfrm>
          <a:prstGeom prst="rect">
            <a:avLst/>
          </a:prstGeom>
          <a:solidFill>
            <a:schemeClr val="dk1">
              <a:alpha val="58039"/>
            </a:schemeClr>
          </a:solidFill>
          <a:ln>
            <a:noFill/>
          </a:ln>
        </p:spPr>
        <p:txBody>
          <a:bodyPr anchorCtr="0" anchor="ctr" bIns="180000" lIns="72000" spcFirstLastPara="1" rIns="18000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000"/>
              <a:buFont typeface="Arial Black"/>
              <a:buNone/>
            </a:pPr>
            <a:r>
              <a:rPr lang="en-US" sz="6300"/>
              <a:t>IFTA Log Normalization, Analytics and ML</a:t>
            </a:r>
            <a:endParaRPr sz="6300"/>
          </a:p>
        </p:txBody>
      </p:sp>
      <p:sp>
        <p:nvSpPr>
          <p:cNvPr id="186" name="Google Shape;186;p25"/>
          <p:cNvSpPr txBox="1"/>
          <p:nvPr>
            <p:ph idx="1" type="subTitle"/>
          </p:nvPr>
        </p:nvSpPr>
        <p:spPr>
          <a:xfrm>
            <a:off x="1277400" y="3750772"/>
            <a:ext cx="9457200" cy="2206644"/>
          </a:xfrm>
          <a:prstGeom prst="rect">
            <a:avLst/>
          </a:prstGeom>
          <a:solidFill>
            <a:schemeClr val="dk1">
              <a:alpha val="38039"/>
            </a:schemeClr>
          </a:solidFill>
          <a:ln>
            <a:noFill/>
          </a:ln>
        </p:spPr>
        <p:txBody>
          <a:bodyPr anchorCtr="0" anchor="t" bIns="0" lIns="0" spcFirstLastPara="1" rIns="180000" wrap="square" tIns="144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/>
              <a:t>Pavan R Hebbar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/>
              <a:t>University of Alberta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26"/>
          <p:cNvSpPr txBox="1"/>
          <p:nvPr>
            <p:ph type="title"/>
          </p:nvPr>
        </p:nvSpPr>
        <p:spPr>
          <a:xfrm>
            <a:off x="432000" y="431999"/>
            <a:ext cx="113400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Arial Black"/>
              <a:buNone/>
            </a:pPr>
            <a:r>
              <a:rPr lang="en-US"/>
              <a:t>IFTA and the need for ML</a:t>
            </a:r>
            <a:endParaRPr/>
          </a:p>
        </p:txBody>
      </p:sp>
      <p:sp>
        <p:nvSpPr>
          <p:cNvPr id="193" name="Google Shape;193;p26"/>
          <p:cNvSpPr txBox="1"/>
          <p:nvPr>
            <p:ph idx="1" type="body"/>
          </p:nvPr>
        </p:nvSpPr>
        <p:spPr>
          <a:xfrm>
            <a:off x="432000" y="1541113"/>
            <a:ext cx="11340000" cy="43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</a:rPr>
              <a:t>Standardize and simplify tax calculation and reporting</a:t>
            </a:r>
            <a:endParaRPr sz="3200"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</a:rPr>
              <a:t>Manual auditing is tedious and prone to error - transposition mistakes, missing entries, missed state crossings, etc.</a:t>
            </a:r>
            <a:endParaRPr sz="3200"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</a:rPr>
              <a:t>Standardization and automation reduces errors by 5-15%</a:t>
            </a:r>
            <a:endParaRPr sz="3200"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</a:rPr>
              <a:t>Cleaner data integration</a:t>
            </a:r>
            <a:endParaRPr sz="3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27"/>
          <p:cNvSpPr txBox="1"/>
          <p:nvPr>
            <p:ph type="title"/>
          </p:nvPr>
        </p:nvSpPr>
        <p:spPr>
          <a:xfrm>
            <a:off x="432000" y="431999"/>
            <a:ext cx="113400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Arial Black"/>
              <a:buNone/>
            </a:pPr>
            <a:r>
              <a:rPr lang="en-US"/>
              <a:t>Challenges</a:t>
            </a:r>
            <a:endParaRPr/>
          </a:p>
        </p:txBody>
      </p:sp>
      <p:sp>
        <p:nvSpPr>
          <p:cNvPr id="200" name="Google Shape;200;p27"/>
          <p:cNvSpPr txBox="1"/>
          <p:nvPr>
            <p:ph idx="1" type="body"/>
          </p:nvPr>
        </p:nvSpPr>
        <p:spPr>
          <a:xfrm>
            <a:off x="432000" y="1541113"/>
            <a:ext cx="11340000" cy="43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</a:rPr>
              <a:t>Check for manual </a:t>
            </a:r>
            <a:r>
              <a:rPr lang="en-US" sz="3200">
                <a:solidFill>
                  <a:schemeClr val="lt1"/>
                </a:solidFill>
              </a:rPr>
              <a:t>scribbles/unrelated additions </a:t>
            </a:r>
            <a:r>
              <a:rPr lang="en-US" sz="3200">
                <a:solidFill>
                  <a:schemeClr val="lt1"/>
                </a:solidFill>
              </a:rPr>
              <a:t>on scanned documents</a:t>
            </a:r>
            <a:endParaRPr sz="3200"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</a:rPr>
              <a:t>Account for </a:t>
            </a:r>
            <a:r>
              <a:rPr lang="en-US" sz="3200">
                <a:solidFill>
                  <a:schemeClr val="lt1"/>
                </a:solidFill>
              </a:rPr>
              <a:t>inaccuracies</a:t>
            </a:r>
            <a:r>
              <a:rPr lang="en-US" sz="3200">
                <a:solidFill>
                  <a:schemeClr val="lt1"/>
                </a:solidFill>
              </a:rPr>
              <a:t> in OCR extraction</a:t>
            </a:r>
            <a:endParaRPr sz="3200"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</a:rPr>
              <a:t>Changing formats of distance logs between different fleets</a:t>
            </a:r>
            <a:endParaRPr sz="3200"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</a:rPr>
              <a:t>Invoices not standardized across sellers</a:t>
            </a:r>
            <a:endParaRPr sz="3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p28"/>
          <p:cNvSpPr txBox="1"/>
          <p:nvPr>
            <p:ph type="title"/>
          </p:nvPr>
        </p:nvSpPr>
        <p:spPr>
          <a:xfrm>
            <a:off x="432000" y="431999"/>
            <a:ext cx="113400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Arial Black"/>
              <a:buNone/>
            </a:pPr>
            <a:r>
              <a:rPr lang="en-US"/>
              <a:t>Approach &amp; Methodology</a:t>
            </a:r>
            <a:endParaRPr/>
          </a:p>
        </p:txBody>
      </p:sp>
      <p:sp>
        <p:nvSpPr>
          <p:cNvPr id="207" name="Google Shape;207;p28"/>
          <p:cNvSpPr txBox="1"/>
          <p:nvPr>
            <p:ph idx="1" type="body"/>
          </p:nvPr>
        </p:nvSpPr>
        <p:spPr>
          <a:xfrm>
            <a:off x="432000" y="1541113"/>
            <a:ext cx="11340000" cy="43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3200"/>
              <a:buChar char="•"/>
            </a:pPr>
            <a:r>
              <a:t/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208" name="Google Shape;20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0377" y="1462213"/>
            <a:ext cx="8011236" cy="450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29"/>
          <p:cNvSpPr txBox="1"/>
          <p:nvPr>
            <p:ph type="title"/>
          </p:nvPr>
        </p:nvSpPr>
        <p:spPr>
          <a:xfrm>
            <a:off x="432000" y="431999"/>
            <a:ext cx="113400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Arial Black"/>
              <a:buNone/>
            </a:pPr>
            <a:r>
              <a:rPr lang="en-US"/>
              <a:t>Feature engineering</a:t>
            </a:r>
            <a:endParaRPr/>
          </a:p>
        </p:txBody>
      </p:sp>
      <p:sp>
        <p:nvSpPr>
          <p:cNvPr id="215" name="Google Shape;215;p29"/>
          <p:cNvSpPr txBox="1"/>
          <p:nvPr>
            <p:ph idx="1" type="body"/>
          </p:nvPr>
        </p:nvSpPr>
        <p:spPr>
          <a:xfrm>
            <a:off x="432000" y="1541113"/>
            <a:ext cx="11340000" cy="43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</a:rPr>
              <a:t>Total Distance</a:t>
            </a:r>
            <a:endParaRPr sz="3200"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</a:rPr>
              <a:t>Total Fuel</a:t>
            </a:r>
            <a:endParaRPr sz="3200"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</a:rPr>
              <a:t>Fuel efficiency (L/km)</a:t>
            </a:r>
            <a:endParaRPr sz="3200"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</a:rPr>
              <a:t>Cost efficiency (CAD/km)</a:t>
            </a:r>
            <a:endParaRPr sz="3200"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</a:rPr>
              <a:t>Jurisdiction-level Distance vs Fuel Proportions</a:t>
            </a:r>
            <a:endParaRPr sz="3200"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</a:rPr>
              <a:t>Trip distance averaged over week</a:t>
            </a:r>
            <a:endParaRPr sz="3200"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</a:rPr>
              <a:t>Trip distance </a:t>
            </a:r>
            <a:r>
              <a:rPr lang="en-US" sz="3200">
                <a:solidFill>
                  <a:schemeClr val="lt1"/>
                </a:solidFill>
              </a:rPr>
              <a:t>averaged</a:t>
            </a:r>
            <a:r>
              <a:rPr lang="en-US" sz="3200">
                <a:solidFill>
                  <a:schemeClr val="lt1"/>
                </a:solidFill>
              </a:rPr>
              <a:t> over month</a:t>
            </a:r>
            <a:endParaRPr sz="3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30"/>
          <p:cNvSpPr txBox="1"/>
          <p:nvPr>
            <p:ph type="title"/>
          </p:nvPr>
        </p:nvSpPr>
        <p:spPr>
          <a:xfrm>
            <a:off x="432000" y="431999"/>
            <a:ext cx="113400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Arial Black"/>
              <a:buNone/>
            </a:pPr>
            <a:r>
              <a:rPr lang="en-US" sz="4800"/>
              <a:t>Feature distributions: Total km, L</a:t>
            </a:r>
            <a:endParaRPr sz="4800"/>
          </a:p>
        </p:txBody>
      </p:sp>
      <p:sp>
        <p:nvSpPr>
          <p:cNvPr id="222" name="Google Shape;222;p30"/>
          <p:cNvSpPr txBox="1"/>
          <p:nvPr>
            <p:ph idx="1" type="body"/>
          </p:nvPr>
        </p:nvSpPr>
        <p:spPr>
          <a:xfrm>
            <a:off x="432000" y="1541113"/>
            <a:ext cx="11340000" cy="43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t/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223" name="Google Shape;223;p30" title="eda_1_total_km_vs_fu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1639" y="1714837"/>
            <a:ext cx="6288727" cy="4001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31"/>
          <p:cNvSpPr txBox="1"/>
          <p:nvPr>
            <p:ph type="title"/>
          </p:nvPr>
        </p:nvSpPr>
        <p:spPr>
          <a:xfrm>
            <a:off x="432000" y="431999"/>
            <a:ext cx="113400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Arial Black"/>
              <a:buNone/>
            </a:pPr>
            <a:r>
              <a:rPr lang="en-US" sz="4800"/>
              <a:t>Feature distributions: Efficiency</a:t>
            </a:r>
            <a:endParaRPr sz="4800"/>
          </a:p>
        </p:txBody>
      </p:sp>
      <p:sp>
        <p:nvSpPr>
          <p:cNvPr id="230" name="Google Shape;230;p31"/>
          <p:cNvSpPr txBox="1"/>
          <p:nvPr>
            <p:ph idx="1" type="body"/>
          </p:nvPr>
        </p:nvSpPr>
        <p:spPr>
          <a:xfrm>
            <a:off x="432000" y="1541113"/>
            <a:ext cx="11340000" cy="43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t/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231" name="Google Shape;231;p31" title="eda_2_efficiency_distribu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392" y="1595262"/>
            <a:ext cx="10953231" cy="42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" name="Google Shape;237;p32"/>
          <p:cNvSpPr txBox="1"/>
          <p:nvPr>
            <p:ph type="title"/>
          </p:nvPr>
        </p:nvSpPr>
        <p:spPr>
          <a:xfrm>
            <a:off x="432000" y="431999"/>
            <a:ext cx="113400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Arial Black"/>
              <a:buNone/>
            </a:pPr>
            <a:r>
              <a:rPr lang="en-US" sz="4800"/>
              <a:t>Feature distributions: Proportions</a:t>
            </a:r>
            <a:endParaRPr sz="4800"/>
          </a:p>
        </p:txBody>
      </p:sp>
      <p:sp>
        <p:nvSpPr>
          <p:cNvPr id="238" name="Google Shape;238;p32"/>
          <p:cNvSpPr txBox="1"/>
          <p:nvPr>
            <p:ph idx="1" type="body"/>
          </p:nvPr>
        </p:nvSpPr>
        <p:spPr>
          <a:xfrm>
            <a:off x="432000" y="1541113"/>
            <a:ext cx="11340000" cy="43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t/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239" name="Google Shape;239;p32" title="eda_3_jurisdiction_propor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1764" y="1275812"/>
            <a:ext cx="7320463" cy="487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33"/>
          <p:cNvSpPr txBox="1"/>
          <p:nvPr>
            <p:ph type="title"/>
          </p:nvPr>
        </p:nvSpPr>
        <p:spPr>
          <a:xfrm>
            <a:off x="432000" y="431999"/>
            <a:ext cx="113400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Arial Black"/>
              <a:buNone/>
            </a:pPr>
            <a:r>
              <a:rPr lang="en-US" sz="4800"/>
              <a:t>Temporal trends</a:t>
            </a:r>
            <a:endParaRPr sz="4800"/>
          </a:p>
        </p:txBody>
      </p:sp>
      <p:sp>
        <p:nvSpPr>
          <p:cNvPr id="246" name="Google Shape;246;p33"/>
          <p:cNvSpPr txBox="1"/>
          <p:nvPr>
            <p:ph idx="1" type="body"/>
          </p:nvPr>
        </p:nvSpPr>
        <p:spPr>
          <a:xfrm>
            <a:off x="432000" y="1541113"/>
            <a:ext cx="11340000" cy="43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t/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247" name="Google Shape;247;p33" title="eda_4a_weekly_devi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750" y="1824087"/>
            <a:ext cx="5945277" cy="378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3" title="eda_4b_monthly_devi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5375" y="1832587"/>
            <a:ext cx="5945277" cy="3782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p34"/>
          <p:cNvSpPr txBox="1"/>
          <p:nvPr>
            <p:ph type="title"/>
          </p:nvPr>
        </p:nvSpPr>
        <p:spPr>
          <a:xfrm>
            <a:off x="432000" y="431999"/>
            <a:ext cx="113400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Arial Black"/>
              <a:buNone/>
            </a:pPr>
            <a:r>
              <a:rPr lang="en-US" sz="4800"/>
              <a:t>Temporal trends</a:t>
            </a:r>
            <a:endParaRPr sz="4800"/>
          </a:p>
        </p:txBody>
      </p:sp>
      <p:sp>
        <p:nvSpPr>
          <p:cNvPr id="255" name="Google Shape;255;p34"/>
          <p:cNvSpPr txBox="1"/>
          <p:nvPr>
            <p:ph idx="1" type="body"/>
          </p:nvPr>
        </p:nvSpPr>
        <p:spPr>
          <a:xfrm>
            <a:off x="432000" y="1541113"/>
            <a:ext cx="11340000" cy="43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t/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256" name="Google Shape;256;p34" title="eda_5_baseline_correla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263" y="1454962"/>
            <a:ext cx="11631473" cy="452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35"/>
          <p:cNvSpPr txBox="1"/>
          <p:nvPr>
            <p:ph type="title"/>
          </p:nvPr>
        </p:nvSpPr>
        <p:spPr>
          <a:xfrm>
            <a:off x="432000" y="431999"/>
            <a:ext cx="113400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Arial Black"/>
              <a:buNone/>
            </a:pPr>
            <a:r>
              <a:rPr lang="en-US"/>
              <a:t>Anomaly detection</a:t>
            </a:r>
            <a:endParaRPr/>
          </a:p>
        </p:txBody>
      </p:sp>
      <p:sp>
        <p:nvSpPr>
          <p:cNvPr id="263" name="Google Shape;263;p35"/>
          <p:cNvSpPr txBox="1"/>
          <p:nvPr>
            <p:ph idx="1" type="body"/>
          </p:nvPr>
        </p:nvSpPr>
        <p:spPr>
          <a:xfrm>
            <a:off x="432000" y="1541113"/>
            <a:ext cx="11340000" cy="43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</a:rPr>
              <a:t>Step 1: Use </a:t>
            </a:r>
            <a:r>
              <a:rPr lang="en-US" sz="3200">
                <a:solidFill>
                  <a:schemeClr val="lt1"/>
                </a:solidFill>
              </a:rPr>
              <a:t>Heuristic approach through featured data</a:t>
            </a:r>
            <a:endParaRPr sz="3200">
              <a:solidFill>
                <a:schemeClr val="lt1"/>
              </a:solidFill>
            </a:endParaRPr>
          </a:p>
          <a:p>
            <a:pPr indent="-4191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</a:rPr>
              <a:t>Shown previously. Remove those data-points for a clean dataframe</a:t>
            </a:r>
            <a:endParaRPr sz="3000"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</a:rPr>
              <a:t>Step 2: ML analysis:</a:t>
            </a:r>
            <a:endParaRPr sz="3200">
              <a:solidFill>
                <a:schemeClr val="lt1"/>
              </a:solidFill>
            </a:endParaRPr>
          </a:p>
          <a:p>
            <a:pPr indent="-4318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</a:rPr>
              <a:t>Isolated Forests</a:t>
            </a:r>
            <a:endParaRPr sz="3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36"/>
          <p:cNvSpPr txBox="1"/>
          <p:nvPr>
            <p:ph type="title"/>
          </p:nvPr>
        </p:nvSpPr>
        <p:spPr>
          <a:xfrm>
            <a:off x="432000" y="431999"/>
            <a:ext cx="11340000" cy="778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Overview</a:t>
            </a:r>
            <a:endParaRPr sz="5000"/>
          </a:p>
        </p:txBody>
      </p:sp>
      <p:sp>
        <p:nvSpPr>
          <p:cNvPr id="271" name="Google Shape;271;p36"/>
          <p:cNvSpPr txBox="1"/>
          <p:nvPr>
            <p:ph idx="1" type="body"/>
          </p:nvPr>
        </p:nvSpPr>
        <p:spPr>
          <a:xfrm>
            <a:off x="432000" y="1541113"/>
            <a:ext cx="11340000" cy="43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Char char="❖"/>
            </a:pPr>
            <a:r>
              <a:rPr lang="en-US">
                <a:solidFill>
                  <a:schemeClr val="lt1"/>
                </a:solidFill>
              </a:rPr>
              <a:t>Test ML on</a:t>
            </a:r>
            <a:r>
              <a:rPr lang="en-US">
                <a:solidFill>
                  <a:schemeClr val="lt1"/>
                </a:solidFill>
              </a:rPr>
              <a:t> AGN and Stars</a:t>
            </a:r>
            <a:endParaRPr>
              <a:solidFill>
                <a:schemeClr val="lt1"/>
              </a:solidFill>
            </a:endParaRPr>
          </a:p>
          <a:p>
            <a:pPr indent="-431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➢"/>
            </a:pPr>
            <a:r>
              <a:rPr lang="en-US">
                <a:solidFill>
                  <a:schemeClr val="lt1"/>
                </a:solidFill>
              </a:rPr>
              <a:t>Learn properties of the sources correctly and incorrectly identified</a:t>
            </a:r>
            <a:endParaRPr>
              <a:solidFill>
                <a:schemeClr val="lt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600"/>
              <a:buChar char="❖"/>
            </a:pPr>
            <a:r>
              <a:rPr lang="en-US">
                <a:solidFill>
                  <a:srgbClr val="BFBFBF"/>
                </a:solidFill>
              </a:rPr>
              <a:t>Tailored X-ray colors to identify candidate MSP in Galactic Bulge</a:t>
            </a:r>
            <a:endParaRPr>
              <a:solidFill>
                <a:srgbClr val="BFBFBF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600"/>
              <a:buChar char="❖"/>
            </a:pPr>
            <a:r>
              <a:rPr lang="en-US">
                <a:solidFill>
                  <a:srgbClr val="BFBFBF"/>
                </a:solidFill>
              </a:rPr>
              <a:t>Semi-supervised classification of 4XMM-DR14</a:t>
            </a:r>
            <a:endParaRPr>
              <a:solidFill>
                <a:srgbClr val="BFBFB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37"/>
          <p:cNvSpPr txBox="1"/>
          <p:nvPr>
            <p:ph type="title"/>
          </p:nvPr>
        </p:nvSpPr>
        <p:spPr>
          <a:xfrm>
            <a:off x="432000" y="431999"/>
            <a:ext cx="113400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Arial Black"/>
              <a:buNone/>
            </a:pPr>
            <a:r>
              <a:rPr lang="en-US" sz="4800"/>
              <a:t>ML analysis: Driving features</a:t>
            </a:r>
            <a:endParaRPr sz="4800"/>
          </a:p>
        </p:txBody>
      </p:sp>
      <p:sp>
        <p:nvSpPr>
          <p:cNvPr id="278" name="Google Shape;278;p37"/>
          <p:cNvSpPr txBox="1"/>
          <p:nvPr>
            <p:ph idx="1" type="body"/>
          </p:nvPr>
        </p:nvSpPr>
        <p:spPr>
          <a:xfrm>
            <a:off x="432000" y="1541113"/>
            <a:ext cx="11340000" cy="43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t/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279" name="Google Shape;279;p37" title="IsoForest_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350" y="1604050"/>
            <a:ext cx="8445300" cy="422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5" name="Google Shape;285;p38"/>
          <p:cNvSpPr txBox="1"/>
          <p:nvPr>
            <p:ph type="title"/>
          </p:nvPr>
        </p:nvSpPr>
        <p:spPr>
          <a:xfrm>
            <a:off x="432000" y="431999"/>
            <a:ext cx="113400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Arial Black"/>
              <a:buNone/>
            </a:pPr>
            <a:r>
              <a:rPr lang="en-US" sz="4800"/>
              <a:t>Final List of Anomalies</a:t>
            </a:r>
            <a:endParaRPr sz="4800"/>
          </a:p>
        </p:txBody>
      </p:sp>
      <p:graphicFrame>
        <p:nvGraphicFramePr>
          <p:cNvPr id="286" name="Google Shape;286;p38"/>
          <p:cNvGraphicFramePr/>
          <p:nvPr/>
        </p:nvGraphicFramePr>
        <p:xfrm>
          <a:off x="154200" y="12491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{A4DE5F09-A7B3-4FE7-AA25-90CFF4439BC1}</a:tableStyleId>
              </a:tblPr>
              <a:tblGrid>
                <a:gridCol w="2929175"/>
                <a:gridCol w="3175150"/>
                <a:gridCol w="2660850"/>
                <a:gridCol w="3130425"/>
              </a:tblGrid>
              <a:tr h="407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trip_date</a:t>
                      </a:r>
                      <a:endParaRPr b="1"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trip_origin</a:t>
                      </a:r>
                      <a:endParaRPr b="1"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trip_destination</a:t>
                      </a:r>
                      <a:endParaRPr b="1"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Primary Driver</a:t>
                      </a:r>
                      <a:endParaRPr b="1"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7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3/16/2016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Caledon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 Deer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Rule-Based Violation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1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1/6/2022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Valemount, BC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Nisku, AB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Rule-Based Violation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2/13/2022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Nisku to Kamloops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Williams Lake,BC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Rule-Based Violation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6/6/2022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Nisku to Spruce Grove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Nisku, AB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Rule-Based Violation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7/2/2022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Kelowna, BC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Grande Prairie, AB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Rule-Based Violation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5/4/2016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Langley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Burnaby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dist_to_monthly_ratio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5/8/2021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Barrie, ON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Willowdale, ON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on_fuel_prop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6/21/2023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Willowdale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Caledon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on_fuel_prop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11/30/2025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Winnipeg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Brandon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mb_fuel_prop</a:t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9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p39"/>
          <p:cNvSpPr txBox="1"/>
          <p:nvPr>
            <p:ph type="title"/>
          </p:nvPr>
        </p:nvSpPr>
        <p:spPr>
          <a:xfrm>
            <a:off x="432000" y="432000"/>
            <a:ext cx="11340000" cy="770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Arial Narrow"/>
              <a:buNone/>
            </a:pPr>
            <a:r>
              <a:rPr lang="en-US" sz="5000"/>
              <a:t>Conclusion</a:t>
            </a:r>
            <a:endParaRPr sz="5000"/>
          </a:p>
        </p:txBody>
      </p:sp>
      <p:sp>
        <p:nvSpPr>
          <p:cNvPr id="293" name="Google Shape;293;p39"/>
          <p:cNvSpPr txBox="1"/>
          <p:nvPr>
            <p:ph idx="1" type="body"/>
          </p:nvPr>
        </p:nvSpPr>
        <p:spPr>
          <a:xfrm>
            <a:off x="425999" y="1241379"/>
            <a:ext cx="11340000" cy="48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667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200">
                <a:solidFill>
                  <a:schemeClr val="lt1"/>
                </a:solidFill>
              </a:rPr>
              <a:t> </a:t>
            </a:r>
            <a:r>
              <a:rPr lang="en-US" sz="3000">
                <a:solidFill>
                  <a:schemeClr val="lt1"/>
                </a:solidFill>
              </a:rPr>
              <a:t>Standardizing IFTA logs using OCR extraction simplifies manual data entry</a:t>
            </a:r>
            <a:endParaRPr sz="3000">
              <a:solidFill>
                <a:schemeClr val="lt1"/>
              </a:solidFill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Feature engineering total distance/fuel, fuel efficiencies and proportion by jurisdiction allows for easy identification of anomalies</a:t>
            </a:r>
            <a:endParaRPr sz="3000">
              <a:solidFill>
                <a:schemeClr val="lt1"/>
              </a:solidFill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lang="en-US" sz="3000">
                <a:solidFill>
                  <a:schemeClr val="lt1"/>
                </a:solidFill>
              </a:rPr>
              <a:t>5 anomalies were detected based on rule-based search</a:t>
            </a:r>
            <a:endParaRPr sz="3000">
              <a:solidFill>
                <a:schemeClr val="lt1"/>
              </a:solidFill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Isolated forests can allow us to look at multiple features </a:t>
            </a:r>
            <a:r>
              <a:rPr lang="en-US" sz="3000">
                <a:solidFill>
                  <a:schemeClr val="lt1"/>
                </a:solidFill>
              </a:rPr>
              <a:t>simultaneously</a:t>
            </a:r>
            <a:r>
              <a:rPr lang="en-US" sz="3000">
                <a:solidFill>
                  <a:schemeClr val="lt1"/>
                </a:solidFill>
              </a:rPr>
              <a:t> to identify anomalies</a:t>
            </a:r>
            <a:endParaRPr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0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40"/>
          <p:cNvSpPr txBox="1"/>
          <p:nvPr>
            <p:ph idx="4294967295" type="title"/>
          </p:nvPr>
        </p:nvSpPr>
        <p:spPr>
          <a:xfrm>
            <a:off x="388200" y="2429400"/>
            <a:ext cx="11415600" cy="19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Arial Black"/>
              <a:buNone/>
            </a:pPr>
            <a:r>
              <a:rPr lang="en-US" sz="7200"/>
              <a:t>Thank You</a:t>
            </a:r>
            <a:endParaRPr sz="7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"/>
          <p:cNvSpPr txBox="1"/>
          <p:nvPr>
            <p:ph idx="12" type="sldNum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" name="Google Shape;306;p41"/>
          <p:cNvSpPr txBox="1"/>
          <p:nvPr>
            <p:ph type="title"/>
          </p:nvPr>
        </p:nvSpPr>
        <p:spPr>
          <a:xfrm>
            <a:off x="432000" y="432000"/>
            <a:ext cx="113400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Arial Narrow"/>
              <a:buNone/>
            </a:pPr>
            <a:r>
              <a:rPr lang="en-US" sz="5000"/>
              <a:t>Conclusion</a:t>
            </a:r>
            <a:endParaRPr sz="5000"/>
          </a:p>
        </p:txBody>
      </p:sp>
      <p:sp>
        <p:nvSpPr>
          <p:cNvPr id="307" name="Google Shape;307;p41"/>
          <p:cNvSpPr txBox="1"/>
          <p:nvPr>
            <p:ph idx="1" type="body"/>
          </p:nvPr>
        </p:nvSpPr>
        <p:spPr>
          <a:xfrm>
            <a:off x="425999" y="1241379"/>
            <a:ext cx="11340000" cy="48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667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200">
                <a:solidFill>
                  <a:schemeClr val="lt1"/>
                </a:solidFill>
              </a:rPr>
              <a:t> </a:t>
            </a:r>
            <a:r>
              <a:rPr lang="en-US" sz="3000">
                <a:solidFill>
                  <a:schemeClr val="lt1"/>
                </a:solidFill>
              </a:rPr>
              <a:t>Standardizing IFTA logs using OCR extraction simplifies manual data entry</a:t>
            </a:r>
            <a:endParaRPr sz="3000">
              <a:solidFill>
                <a:schemeClr val="lt1"/>
              </a:solidFill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Feature engineering total distance/fuel, fuel efficiencies and proportion by jurisdiction allows for easy identification of anomalies</a:t>
            </a:r>
            <a:endParaRPr sz="3000">
              <a:solidFill>
                <a:schemeClr val="lt1"/>
              </a:solidFill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lang="en-US" sz="3000">
                <a:solidFill>
                  <a:schemeClr val="lt1"/>
                </a:solidFill>
              </a:rPr>
              <a:t>5 anomalies were detected based on rule-based search</a:t>
            </a:r>
            <a:endParaRPr sz="3000">
              <a:solidFill>
                <a:schemeClr val="lt1"/>
              </a:solidFill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Isolated forests can allow us to look at multiple features simultaneously to identify anomalies</a:t>
            </a:r>
            <a:endParaRPr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31">
      <a:dk1>
        <a:srgbClr val="000000"/>
      </a:dk1>
      <a:lt1>
        <a:srgbClr val="FFFFFF"/>
      </a:lt1>
      <a:dk2>
        <a:srgbClr val="3F3F3F"/>
      </a:dk2>
      <a:lt2>
        <a:srgbClr val="F2F2F2"/>
      </a:lt2>
      <a:accent1>
        <a:srgbClr val="056AFF"/>
      </a:accent1>
      <a:accent2>
        <a:srgbClr val="FF391E"/>
      </a:accent2>
      <a:accent3>
        <a:srgbClr val="A1CC18"/>
      </a:accent3>
      <a:accent4>
        <a:srgbClr val="FFC000"/>
      </a:accent4>
      <a:accent5>
        <a:srgbClr val="1554B2"/>
      </a:accent5>
      <a:accent6>
        <a:srgbClr val="8BB20C"/>
      </a:accent6>
      <a:hlink>
        <a:srgbClr val="056AFF"/>
      </a:hlink>
      <a:folHlink>
        <a:srgbClr val="056A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